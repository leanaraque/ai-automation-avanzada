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9" r:id="rId1"/>
  </p:sldMasterIdLst>
  <p:notesMasterIdLst>
    <p:notesMasterId r:id="rId12"/>
  </p:notesMasterIdLst>
  <p:sldIdLst>
    <p:sldId id="292" r:id="rId2"/>
    <p:sldId id="257" r:id="rId3"/>
    <p:sldId id="271" r:id="rId4"/>
    <p:sldId id="270" r:id="rId5"/>
    <p:sldId id="297" r:id="rId6"/>
    <p:sldId id="300" r:id="rId7"/>
    <p:sldId id="301" r:id="rId8"/>
    <p:sldId id="293" r:id="rId9"/>
    <p:sldId id="295" r:id="rId10"/>
    <p:sldId id="296" r:id="rId11"/>
  </p:sldIdLst>
  <p:sldSz cx="9144000" cy="5143500" type="screen16x9"/>
  <p:notesSz cx="6858000" cy="9144000"/>
  <p:embeddedFontLst>
    <p:embeddedFont>
      <p:font typeface="Plus Jakarta Sans" panose="020B0604020202020204" charset="0"/>
      <p:regular r:id="rId13"/>
      <p:bold r:id="rId14"/>
      <p:italic r:id="rId15"/>
      <p:boldItalic r:id="rId16"/>
    </p:embeddedFont>
    <p:embeddedFont>
      <p:font typeface="Plus Jakarta Sans ExtraBold" panose="020B0604020202020204" charset="0"/>
      <p:bold r:id="rId17"/>
      <p:boldItalic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AA2E"/>
    <a:srgbClr val="B78E5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3" d="100"/>
          <a:sy n="133" d="100"/>
        </p:scale>
        <p:origin x="906" y="126"/>
      </p:cViewPr>
      <p:guideLst>
        <p:guide orient="horz" pos="162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g3bb91f55cac_0_2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8" name="Google Shape;458;g3bb91f55cac_0_2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b53643a157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b53643a157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3b53643a157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b53643a157_0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b53643a157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B963C9C3-3633-88B0-BD3D-404542B14E1F}"/>
            </a:ext>
          </a:extLst>
        </p:cNvPr>
        <p:cNvGrpSpPr/>
        <p:nvPr/>
      </p:nvGrpSpPr>
      <p:grpSpPr>
        <a:xfrm>
          <a:off x="0" y="0"/>
          <a:ext cx="0" cy="0"/>
          <a:chOff x="0" y="0"/>
          <a:chExt cx="0" cy="0"/>
        </a:xfrm>
      </p:grpSpPr>
      <p:sp>
        <p:nvSpPr>
          <p:cNvPr id="238" name="Google Shape;238;g3b53643a157_0_38:notes">
            <a:extLst>
              <a:ext uri="{FF2B5EF4-FFF2-40B4-BE49-F238E27FC236}">
                <a16:creationId xmlns:a16="http://schemas.microsoft.com/office/drawing/2014/main" id="{FEFE7E9F-B9AA-F8E9-E788-F20C2CD1A74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a:extLst>
              <a:ext uri="{FF2B5EF4-FFF2-40B4-BE49-F238E27FC236}">
                <a16:creationId xmlns:a16="http://schemas.microsoft.com/office/drawing/2014/main" id="{ABB37961-763C-6CF2-99B9-9A7D108A417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64527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a:extLst>
            <a:ext uri="{FF2B5EF4-FFF2-40B4-BE49-F238E27FC236}">
              <a16:creationId xmlns:a16="http://schemas.microsoft.com/office/drawing/2014/main" id="{4E5C67B0-D0AA-C597-1D28-639449A02C5C}"/>
            </a:ext>
          </a:extLst>
        </p:cNvPr>
        <p:cNvGrpSpPr/>
        <p:nvPr/>
      </p:nvGrpSpPr>
      <p:grpSpPr>
        <a:xfrm>
          <a:off x="0" y="0"/>
          <a:ext cx="0" cy="0"/>
          <a:chOff x="0" y="0"/>
          <a:chExt cx="0" cy="0"/>
        </a:xfrm>
      </p:grpSpPr>
      <p:sp>
        <p:nvSpPr>
          <p:cNvPr id="232" name="Google Shape;232;g3b53643a157_0_100:notes">
            <a:extLst>
              <a:ext uri="{FF2B5EF4-FFF2-40B4-BE49-F238E27FC236}">
                <a16:creationId xmlns:a16="http://schemas.microsoft.com/office/drawing/2014/main" id="{1DE2C624-492A-4C6B-471C-D7F79B648DA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b53643a157_0_100:notes">
            <a:extLst>
              <a:ext uri="{FF2B5EF4-FFF2-40B4-BE49-F238E27FC236}">
                <a16:creationId xmlns:a16="http://schemas.microsoft.com/office/drawing/2014/main" id="{357497EE-B2AE-79EB-C064-5D6317B0BFB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794735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64552E5D-0252-B7D7-5258-434517035A07}"/>
            </a:ext>
          </a:extLst>
        </p:cNvPr>
        <p:cNvGrpSpPr/>
        <p:nvPr/>
      </p:nvGrpSpPr>
      <p:grpSpPr>
        <a:xfrm>
          <a:off x="0" y="0"/>
          <a:ext cx="0" cy="0"/>
          <a:chOff x="0" y="0"/>
          <a:chExt cx="0" cy="0"/>
        </a:xfrm>
      </p:grpSpPr>
      <p:sp>
        <p:nvSpPr>
          <p:cNvPr id="238" name="Google Shape;238;g3b53643a157_0_38:notes">
            <a:extLst>
              <a:ext uri="{FF2B5EF4-FFF2-40B4-BE49-F238E27FC236}">
                <a16:creationId xmlns:a16="http://schemas.microsoft.com/office/drawing/2014/main" id="{C1AFF759-A9E4-AEE2-C621-5E13A72C29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a:extLst>
              <a:ext uri="{FF2B5EF4-FFF2-40B4-BE49-F238E27FC236}">
                <a16:creationId xmlns:a16="http://schemas.microsoft.com/office/drawing/2014/main" id="{9CD7249D-FEF8-49B0-16BF-66CE747417F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519202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g3bb91f55cac_0_3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3bb91f55cac_0_3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g3b53643a157_0_3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6" name="Google Shape;476;g3b53643a157_0_3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g3b53643a157_0_3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3" name="Google Shape;483;g3b53643a157_0_3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Atardecer">
  <p:cSld name="BLANK_4">
    <p:bg>
      <p:bgPr>
        <a:solidFill>
          <a:srgbClr val="F8F2E8"/>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pic>
        <p:nvPicPr>
          <p:cNvPr id="52" name="Google Shape;52;p13" title="Group 1321318181.png"/>
          <p:cNvPicPr preferRelativeResize="0"/>
          <p:nvPr/>
        </p:nvPicPr>
        <p:blipFill>
          <a:blip r:embed="rId2">
            <a:alphaModFix/>
          </a:blip>
          <a:stretch>
            <a:fillRect/>
          </a:stretch>
        </p:blipFill>
        <p:spPr>
          <a:xfrm>
            <a:off x="0" y="2076162"/>
            <a:ext cx="9143997" cy="3067338"/>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co 1">
  <p:cSld name="BLANK_3">
    <p:bg>
      <p:bgPr>
        <a:solidFill>
          <a:schemeClr val="lt1"/>
        </a:solidFill>
        <a:effectLst/>
      </p:bgPr>
    </p:bg>
    <p:spTree>
      <p:nvGrpSpPr>
        <p:cNvPr id="1" name="Shape 53"/>
        <p:cNvGrpSpPr/>
        <p:nvPr/>
      </p:nvGrpSpPr>
      <p:grpSpPr>
        <a:xfrm>
          <a:off x="0" y="0"/>
          <a:ext cx="0" cy="0"/>
          <a:chOff x="0" y="0"/>
          <a:chExt cx="0" cy="0"/>
        </a:xfrm>
      </p:grpSpPr>
      <p:sp>
        <p:nvSpPr>
          <p:cNvPr id="54" name="Google Shape;54;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
        <p:nvSpPr>
          <p:cNvPr id="55" name="Google Shape;55;p14"/>
          <p:cNvSpPr txBox="1"/>
          <p:nvPr/>
        </p:nvSpPr>
        <p:spPr>
          <a:xfrm>
            <a:off x="476125" y="165026"/>
            <a:ext cx="644400" cy="1884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s" sz="500">
                <a:solidFill>
                  <a:srgbClr val="222224"/>
                </a:solidFill>
                <a:latin typeface="Plus Jakarta Sans"/>
                <a:ea typeface="Plus Jakarta Sans"/>
                <a:cs typeface="Plus Jakarta Sans"/>
                <a:sym typeface="Plus Jakarta Sans"/>
              </a:rPr>
              <a:t>Coderhouse</a:t>
            </a:r>
            <a:endParaRPr sz="500">
              <a:solidFill>
                <a:srgbClr val="222224"/>
              </a:solidFill>
              <a:latin typeface="Plus Jakarta Sans"/>
              <a:ea typeface="Plus Jakarta Sans"/>
              <a:cs typeface="Plus Jakarta Sans"/>
              <a:sym typeface="Plus Jakarta Sans"/>
            </a:endParaRPr>
          </a:p>
        </p:txBody>
      </p:sp>
      <p:sp>
        <p:nvSpPr>
          <p:cNvPr id="56" name="Google Shape;56;p14"/>
          <p:cNvSpPr txBox="1"/>
          <p:nvPr/>
        </p:nvSpPr>
        <p:spPr>
          <a:xfrm>
            <a:off x="6923014" y="165026"/>
            <a:ext cx="1188600" cy="1884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None/>
            </a:pPr>
            <a:r>
              <a:rPr lang="es" sz="500">
                <a:solidFill>
                  <a:srgbClr val="222224"/>
                </a:solidFill>
                <a:latin typeface="Plus Jakarta Sans"/>
                <a:ea typeface="Plus Jakarta Sans"/>
                <a:cs typeface="Plus Jakarta Sans"/>
                <a:sym typeface="Plus Jakarta Sans"/>
              </a:rPr>
              <a:t>Internal  Presentation</a:t>
            </a:r>
            <a:endParaRPr sz="500">
              <a:solidFill>
                <a:srgbClr val="222224"/>
              </a:solidFill>
              <a:latin typeface="Plus Jakarta Sans"/>
              <a:ea typeface="Plus Jakarta Sans"/>
              <a:cs typeface="Plus Jakarta Sans"/>
              <a:sym typeface="Plus Jakarta Sans"/>
            </a:endParaRPr>
          </a:p>
        </p:txBody>
      </p:sp>
      <p:sp>
        <p:nvSpPr>
          <p:cNvPr id="57" name="Google Shape;57;p14"/>
          <p:cNvSpPr txBox="1"/>
          <p:nvPr/>
        </p:nvSpPr>
        <p:spPr>
          <a:xfrm>
            <a:off x="2196557" y="165026"/>
            <a:ext cx="1242000" cy="1884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s" sz="500">
                <a:solidFill>
                  <a:srgbClr val="222224"/>
                </a:solidFill>
                <a:latin typeface="Plus Jakarta Sans"/>
                <a:ea typeface="Plus Jakarta Sans"/>
                <a:cs typeface="Plus Jakarta Sans"/>
                <a:sym typeface="Plus Jakarta Sans"/>
              </a:rPr>
              <a:t>2026</a:t>
            </a:r>
            <a:endParaRPr sz="500">
              <a:solidFill>
                <a:srgbClr val="222224"/>
              </a:solidFill>
              <a:latin typeface="Plus Jakarta Sans"/>
              <a:ea typeface="Plus Jakarta Sans"/>
              <a:cs typeface="Plus Jakarta Sans"/>
              <a:sym typeface="Plus Jakarta Sans"/>
            </a:endParaRPr>
          </a:p>
        </p:txBody>
      </p:sp>
      <p:sp>
        <p:nvSpPr>
          <p:cNvPr id="58" name="Google Shape;58;p14"/>
          <p:cNvSpPr txBox="1"/>
          <p:nvPr/>
        </p:nvSpPr>
        <p:spPr>
          <a:xfrm>
            <a:off x="8373525" y="90649"/>
            <a:ext cx="369600" cy="337200"/>
          </a:xfrm>
          <a:prstGeom prst="rect">
            <a:avLst/>
          </a:prstGeom>
          <a:noFill/>
          <a:ln>
            <a:noFill/>
          </a:ln>
        </p:spPr>
        <p:txBody>
          <a:bodyPr spcFirstLastPara="1" wrap="square" lIns="88475" tIns="88475" rIns="88475" bIns="88475" anchor="ctr" anchorCtr="0">
            <a:noAutofit/>
          </a:bodyPr>
          <a:lstStyle/>
          <a:p>
            <a:pPr marL="0" lvl="0" indent="0" algn="ctr" rtl="0">
              <a:lnSpc>
                <a:spcPct val="100000"/>
              </a:lnSpc>
              <a:spcBef>
                <a:spcPts val="0"/>
              </a:spcBef>
              <a:spcAft>
                <a:spcPts val="0"/>
              </a:spcAft>
              <a:buNone/>
            </a:pPr>
            <a:fld id="{00000000-1234-1234-1234-123412341234}" type="slidenum">
              <a:rPr lang="es" sz="500">
                <a:solidFill>
                  <a:srgbClr val="222224"/>
                </a:solidFill>
                <a:latin typeface="Plus Jakarta Sans"/>
                <a:ea typeface="Plus Jakarta Sans"/>
                <a:cs typeface="Plus Jakarta Sans"/>
                <a:sym typeface="Plus Jakarta Sans"/>
              </a:rPr>
              <a:t>‹#›</a:t>
            </a:fld>
            <a:endParaRPr sz="500">
              <a:solidFill>
                <a:srgbClr val="222224"/>
              </a:solidFill>
              <a:latin typeface="Plus Jakarta Sans"/>
              <a:ea typeface="Plus Jakarta Sans"/>
              <a:cs typeface="Plus Jakarta Sans"/>
              <a:sym typeface="Plus Jakarta San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Negro">
  <p:cSld name="BLANK_2">
    <p:bg>
      <p:bgPr>
        <a:solidFill>
          <a:srgbClr val="171717"/>
        </a:solidFill>
        <a:effectLst/>
      </p:bgPr>
    </p:bg>
    <p:spTree>
      <p:nvGrpSpPr>
        <p:cNvPr id="1" name="Shape 77"/>
        <p:cNvGrpSpPr/>
        <p:nvPr/>
      </p:nvGrpSpPr>
      <p:grpSpPr>
        <a:xfrm>
          <a:off x="0" y="0"/>
          <a:ext cx="0" cy="0"/>
          <a:chOff x="0" y="0"/>
          <a:chExt cx="0" cy="0"/>
        </a:xfrm>
      </p:grpSpPr>
      <p:sp>
        <p:nvSpPr>
          <p:cNvPr id="78" name="Google Shape;78;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Marrón">
  <p:cSld name="BLANK_2_1">
    <p:bg>
      <p:bgPr>
        <a:solidFill>
          <a:srgbClr val="260700"/>
        </a:solidFill>
        <a:effectLst/>
      </p:bgPr>
    </p:bg>
    <p:spTree>
      <p:nvGrpSpPr>
        <p:cNvPr id="1" name="Shape 79"/>
        <p:cNvGrpSpPr/>
        <p:nvPr/>
      </p:nvGrpSpPr>
      <p:grpSpPr>
        <a:xfrm>
          <a:off x="0" y="0"/>
          <a:ext cx="0" cy="0"/>
          <a:chOff x="0" y="0"/>
          <a:chExt cx="0" cy="0"/>
        </a:xfrm>
      </p:grpSpPr>
      <p:sp>
        <p:nvSpPr>
          <p:cNvPr id="80" name="Google Shape;80;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Naranja">
  <p:cSld name="BLANK_2_1_1">
    <p:bg>
      <p:bgPr>
        <a:solidFill>
          <a:srgbClr val="FF632B"/>
        </a:solidFill>
        <a:effectLst/>
      </p:bgPr>
    </p:bg>
    <p:spTree>
      <p:nvGrpSpPr>
        <p:cNvPr id="1" name="Shape 81"/>
        <p:cNvGrpSpPr/>
        <p:nvPr/>
      </p:nvGrpSpPr>
      <p:grpSpPr>
        <a:xfrm>
          <a:off x="0" y="0"/>
          <a:ext cx="0" cy="0"/>
          <a:chOff x="0" y="0"/>
          <a:chExt cx="0" cy="0"/>
        </a:xfrm>
      </p:grpSpPr>
      <p:sp>
        <p:nvSpPr>
          <p:cNvPr id="82" name="Google Shape;82;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Rosa">
  <p:cSld name="BLANK_2_1_1_1">
    <p:bg>
      <p:bgPr>
        <a:solidFill>
          <a:srgbClr val="FE64A3"/>
        </a:solidFill>
        <a:effectLst/>
      </p:bgPr>
    </p:bg>
    <p:spTree>
      <p:nvGrpSpPr>
        <p:cNvPr id="1" name="Shape 83"/>
        <p:cNvGrpSpPr/>
        <p:nvPr/>
      </p:nvGrpSpPr>
      <p:grpSpPr>
        <a:xfrm>
          <a:off x="0" y="0"/>
          <a:ext cx="0" cy="0"/>
          <a:chOff x="0" y="0"/>
          <a:chExt cx="0" cy="0"/>
        </a:xfrm>
      </p:grpSpPr>
      <p:sp>
        <p:nvSpPr>
          <p:cNvPr id="84" name="Google Shape;84;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9" r:id="rId11"/>
    <p:sldLayoutId id="2147483660" r:id="rId12"/>
    <p:sldLayoutId id="2147483664" r:id="rId13"/>
    <p:sldLayoutId id="2147483665" r:id="rId14"/>
    <p:sldLayoutId id="2147483666" r:id="rId15"/>
    <p:sldLayoutId id="2147483667"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59"/>
          <p:cNvSpPr txBox="1"/>
          <p:nvPr/>
        </p:nvSpPr>
        <p:spPr>
          <a:xfrm>
            <a:off x="652525" y="1336525"/>
            <a:ext cx="3873300" cy="171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4800">
                <a:solidFill>
                  <a:srgbClr val="F8F2E8"/>
                </a:solidFill>
                <a:latin typeface="Plus Jakarta Sans ExtraBold"/>
                <a:ea typeface="Plus Jakarta Sans ExtraBold"/>
                <a:cs typeface="Plus Jakarta Sans ExtraBold"/>
                <a:sym typeface="Plus Jakarta Sans ExtraBold"/>
              </a:rPr>
              <a:t>¡Esta clase va a ser     grabada!	</a:t>
            </a:r>
            <a:endParaRPr sz="4800">
              <a:solidFill>
                <a:srgbClr val="F8F2E8"/>
              </a:solidFill>
              <a:latin typeface="Plus Jakarta Sans ExtraBold"/>
              <a:ea typeface="Plus Jakarta Sans ExtraBold"/>
              <a:cs typeface="Plus Jakarta Sans ExtraBold"/>
              <a:sym typeface="Plus Jakarta Sans ExtraBold"/>
            </a:endParaRPr>
          </a:p>
        </p:txBody>
      </p:sp>
      <p:sp>
        <p:nvSpPr>
          <p:cNvPr id="461" name="Google Shape;461;p59"/>
          <p:cNvSpPr/>
          <p:nvPr/>
        </p:nvSpPr>
        <p:spPr>
          <a:xfrm>
            <a:off x="3601525" y="3168750"/>
            <a:ext cx="228300" cy="228300"/>
          </a:xfrm>
          <a:prstGeom prst="ellipse">
            <a:avLst/>
          </a:prstGeom>
          <a:solidFill>
            <a:srgbClr val="FDAB2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24"/>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dirty="0">
                <a:solidFill>
                  <a:srgbClr val="FF632B"/>
                </a:solidFill>
                <a:latin typeface="Plus Jakarta Sans ExtraBold"/>
                <a:ea typeface="Plus Jakarta Sans ExtraBold"/>
                <a:cs typeface="Plus Jakarta Sans ExtraBold"/>
                <a:sym typeface="Plus Jakarta Sans ExtraBold"/>
              </a:rPr>
              <a:t>01</a:t>
            </a:r>
            <a:endParaRPr sz="13000" dirty="0">
              <a:solidFill>
                <a:srgbClr val="FF632B"/>
              </a:solidFill>
              <a:latin typeface="Plus Jakarta Sans ExtraBold"/>
              <a:ea typeface="Plus Jakarta Sans ExtraBold"/>
              <a:cs typeface="Plus Jakarta Sans ExtraBold"/>
              <a:sym typeface="Plus Jakarta Sans ExtraBold"/>
            </a:endParaRPr>
          </a:p>
        </p:txBody>
      </p:sp>
      <p:sp>
        <p:nvSpPr>
          <p:cNvPr id="100" name="Google Shape;100;p24"/>
          <p:cNvSpPr txBox="1"/>
          <p:nvPr/>
        </p:nvSpPr>
        <p:spPr>
          <a:xfrm>
            <a:off x="569500" y="3259622"/>
            <a:ext cx="8297182" cy="984903"/>
          </a:xfrm>
          <a:prstGeom prst="rect">
            <a:avLst/>
          </a:prstGeom>
          <a:noFill/>
          <a:ln>
            <a:noFill/>
          </a:ln>
        </p:spPr>
        <p:txBody>
          <a:bodyPr spcFirstLastPara="1" wrap="square" lIns="91425" tIns="91425" rIns="91425" bIns="91425" anchor="t" anchorCtr="0">
            <a:noAutofit/>
          </a:bodyPr>
          <a:lstStyle/>
          <a:p>
            <a:pPr marL="0" lvl="0" indent="0" algn="l" rtl="0">
              <a:lnSpc>
                <a:spcPct val="80000"/>
              </a:lnSpc>
              <a:spcBef>
                <a:spcPts val="0"/>
              </a:spcBef>
              <a:spcAft>
                <a:spcPts val="0"/>
              </a:spcAft>
              <a:buNone/>
            </a:pPr>
            <a:r>
              <a:rPr lang="es-MX" sz="4800" dirty="0">
                <a:solidFill>
                  <a:srgbClr val="F8F2E8"/>
                </a:solidFill>
                <a:latin typeface="Plus Jakarta Sans ExtraBold"/>
                <a:ea typeface="Plus Jakarta Sans ExtraBold"/>
                <a:cs typeface="Plus Jakarta Sans ExtraBold"/>
                <a:sym typeface="Plus Jakarta Sans ExtraBold"/>
              </a:rPr>
              <a:t>Trazabilidad Inmutable</a:t>
            </a:r>
            <a:endParaRPr sz="4800" dirty="0">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8"/>
          <p:cNvSpPr txBox="1"/>
          <p:nvPr/>
        </p:nvSpPr>
        <p:spPr>
          <a:xfrm>
            <a:off x="739075" y="2481425"/>
            <a:ext cx="7815600" cy="2269500"/>
          </a:xfrm>
          <a:prstGeom prst="rect">
            <a:avLst/>
          </a:prstGeom>
          <a:noFill/>
          <a:ln>
            <a:noFill/>
          </a:ln>
        </p:spPr>
        <p:txBody>
          <a:bodyPr spcFirstLastPara="1" wrap="square" lIns="91425" tIns="91425" rIns="91425" bIns="91425" anchor="t" anchorCtr="0">
            <a:noAutofit/>
          </a:bodyPr>
          <a:lstStyle/>
          <a:p>
            <a:r>
              <a:rPr lang="es-MX" sz="1200" dirty="0"/>
              <a:t>En el entorno médico y corporativo, una aprobación simplemente no existe si no está documentada. Cada decisión tomada por un supervisor humano o ejecutada por contingencia automática debe quedar registrada en una base de datos segura. Este historial inalterable guarda la marca de tiempo exacta, el identificador del paciente, el diagnóstico y el responsable de la acción, garantizando total transparencia y protección legal absoluta ante cualquier auditoría.</a:t>
            </a:r>
          </a:p>
        </p:txBody>
      </p:sp>
      <p:sp>
        <p:nvSpPr>
          <p:cNvPr id="242" name="Google Shape;242;p38"/>
          <p:cNvSpPr txBox="1"/>
          <p:nvPr/>
        </p:nvSpPr>
        <p:spPr>
          <a:xfrm>
            <a:off x="602400" y="659600"/>
            <a:ext cx="7815600" cy="840300"/>
          </a:xfrm>
          <a:prstGeom prst="rect">
            <a:avLst/>
          </a:prstGeom>
          <a:noFill/>
          <a:ln>
            <a:noFill/>
          </a:ln>
        </p:spPr>
        <p:txBody>
          <a:bodyPr spcFirstLastPara="1" wrap="square" lIns="91425" tIns="91425" rIns="91425" bIns="91425" anchor="t" anchorCtr="0">
            <a:noAutofit/>
          </a:bodyPr>
          <a:lstStyle/>
          <a:p>
            <a:pPr lvl="0"/>
            <a:r>
              <a:rPr lang="es-MX" sz="4800" dirty="0">
                <a:solidFill>
                  <a:srgbClr val="FF632B"/>
                </a:solidFill>
                <a:latin typeface="Plus Jakarta Sans ExtraBold"/>
                <a:ea typeface="Plus Jakarta Sans ExtraBold"/>
                <a:cs typeface="Plus Jakarta Sans ExtraBold"/>
                <a:sym typeface="Plus Jakarta Sans ExtraBold"/>
              </a:rPr>
              <a:t>El Audit Trail Clínico</a:t>
            </a:r>
            <a:endParaRPr sz="4800" dirty="0">
              <a:solidFill>
                <a:srgbClr val="FF632B"/>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7"/>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dirty="0">
                <a:solidFill>
                  <a:srgbClr val="FDAB2E"/>
                </a:solidFill>
                <a:latin typeface="Plus Jakarta Sans ExtraBold"/>
                <a:ea typeface="Plus Jakarta Sans ExtraBold"/>
                <a:cs typeface="Plus Jakarta Sans ExtraBold"/>
                <a:sym typeface="Plus Jakarta Sans ExtraBold"/>
              </a:rPr>
              <a:t>02</a:t>
            </a:r>
            <a:endParaRPr sz="13000" dirty="0">
              <a:solidFill>
                <a:srgbClr val="FDAB2E"/>
              </a:solidFill>
              <a:latin typeface="Plus Jakarta Sans ExtraBold"/>
              <a:ea typeface="Plus Jakarta Sans ExtraBold"/>
              <a:cs typeface="Plus Jakarta Sans ExtraBold"/>
              <a:sym typeface="Plus Jakarta Sans ExtraBold"/>
            </a:endParaRPr>
          </a:p>
        </p:txBody>
      </p:sp>
      <p:sp>
        <p:nvSpPr>
          <p:cNvPr id="236" name="Google Shape;236;p37"/>
          <p:cNvSpPr txBox="1"/>
          <p:nvPr/>
        </p:nvSpPr>
        <p:spPr>
          <a:xfrm>
            <a:off x="440049" y="2905375"/>
            <a:ext cx="8523951"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800" dirty="0">
                <a:solidFill>
                  <a:srgbClr val="F8F2E8"/>
                </a:solidFill>
                <a:latin typeface="Plus Jakarta Sans ExtraBold"/>
                <a:ea typeface="Plus Jakarta Sans ExtraBold"/>
                <a:cs typeface="Plus Jakarta Sans ExtraBold"/>
                <a:sym typeface="Plus Jakarta Sans ExtraBold"/>
              </a:rPr>
              <a:t>Contexto Clínico Enriquecido</a:t>
            </a:r>
            <a:endParaRPr sz="4800" dirty="0">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0A7E972E-CC67-FD11-E217-D6664720EF1F}"/>
            </a:ext>
          </a:extLst>
        </p:cNvPr>
        <p:cNvGrpSpPr/>
        <p:nvPr/>
      </p:nvGrpSpPr>
      <p:grpSpPr>
        <a:xfrm>
          <a:off x="0" y="0"/>
          <a:ext cx="0" cy="0"/>
          <a:chOff x="0" y="0"/>
          <a:chExt cx="0" cy="0"/>
        </a:xfrm>
      </p:grpSpPr>
      <p:sp>
        <p:nvSpPr>
          <p:cNvPr id="241" name="Google Shape;241;p38">
            <a:extLst>
              <a:ext uri="{FF2B5EF4-FFF2-40B4-BE49-F238E27FC236}">
                <a16:creationId xmlns:a16="http://schemas.microsoft.com/office/drawing/2014/main" id="{F62405F9-5D7D-3918-B599-58CF6AC9BACE}"/>
              </a:ext>
            </a:extLst>
          </p:cNvPr>
          <p:cNvSpPr txBox="1"/>
          <p:nvPr/>
        </p:nvSpPr>
        <p:spPr>
          <a:xfrm>
            <a:off x="724085" y="2874000"/>
            <a:ext cx="7815600" cy="2269500"/>
          </a:xfrm>
          <a:prstGeom prst="rect">
            <a:avLst/>
          </a:prstGeom>
          <a:noFill/>
          <a:ln>
            <a:noFill/>
          </a:ln>
        </p:spPr>
        <p:txBody>
          <a:bodyPr spcFirstLastPara="1" wrap="square" lIns="91425" tIns="91425" rIns="91425" bIns="91425" anchor="t" anchorCtr="0">
            <a:noAutofit/>
          </a:bodyPr>
          <a:lstStyle/>
          <a:p>
            <a:r>
              <a:rPr lang="es-MX" sz="1200" dirty="0"/>
              <a:t>Un profesional de la salud no puede tomar decisiones de riesgo leyendo párrafos desordenados o incompletos. Aquí la inteligencia artificial asume el rol de filtro analítico, extrayendo el síntoma principal y calculando la gravedad. Al forzar al modelo a estructurar estos datos, le entregamos al auditor humano un reporte ejecutivo claro y directo que minimiza el margen de error y acelera drásticamente su tiempo de respuesta.</a:t>
            </a:r>
          </a:p>
        </p:txBody>
      </p:sp>
      <p:sp>
        <p:nvSpPr>
          <p:cNvPr id="242" name="Google Shape;242;p38">
            <a:extLst>
              <a:ext uri="{FF2B5EF4-FFF2-40B4-BE49-F238E27FC236}">
                <a16:creationId xmlns:a16="http://schemas.microsoft.com/office/drawing/2014/main" id="{1345C527-D9F3-54BB-92E0-DD6A4347AD8E}"/>
              </a:ext>
            </a:extLst>
          </p:cNvPr>
          <p:cNvSpPr txBox="1"/>
          <p:nvPr/>
        </p:nvSpPr>
        <p:spPr>
          <a:xfrm>
            <a:off x="595200" y="465200"/>
            <a:ext cx="8318400"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800" dirty="0">
                <a:solidFill>
                  <a:srgbClr val="FF632B"/>
                </a:solidFill>
                <a:latin typeface="Plus Jakarta Sans ExtraBold"/>
                <a:ea typeface="Plus Jakarta Sans ExtraBold"/>
                <a:cs typeface="Plus Jakarta Sans ExtraBold"/>
                <a:sym typeface="Plus Jakarta Sans ExtraBold"/>
              </a:rPr>
              <a:t>De Texto Plano a Datos Estructurados</a:t>
            </a:r>
            <a:endParaRPr sz="4800" dirty="0">
              <a:solidFill>
                <a:srgbClr val="FF632B"/>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37577442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4">
          <a:extLst>
            <a:ext uri="{FF2B5EF4-FFF2-40B4-BE49-F238E27FC236}">
              <a16:creationId xmlns:a16="http://schemas.microsoft.com/office/drawing/2014/main" id="{4489BBB9-DD3B-BA16-C821-5DAF4C377F77}"/>
            </a:ext>
          </a:extLst>
        </p:cNvPr>
        <p:cNvGrpSpPr/>
        <p:nvPr/>
      </p:nvGrpSpPr>
      <p:grpSpPr>
        <a:xfrm>
          <a:off x="0" y="0"/>
          <a:ext cx="0" cy="0"/>
          <a:chOff x="0" y="0"/>
          <a:chExt cx="0" cy="0"/>
        </a:xfrm>
      </p:grpSpPr>
      <p:sp>
        <p:nvSpPr>
          <p:cNvPr id="235" name="Google Shape;235;p37">
            <a:extLst>
              <a:ext uri="{FF2B5EF4-FFF2-40B4-BE49-F238E27FC236}">
                <a16:creationId xmlns:a16="http://schemas.microsoft.com/office/drawing/2014/main" id="{7233B890-BF32-7E93-4E97-B5AE77DDB279}"/>
              </a:ext>
            </a:extLst>
          </p:cNvPr>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dirty="0">
                <a:solidFill>
                  <a:srgbClr val="FDAB2E"/>
                </a:solidFill>
                <a:latin typeface="Plus Jakarta Sans ExtraBold"/>
                <a:ea typeface="Plus Jakarta Sans ExtraBold"/>
                <a:cs typeface="Plus Jakarta Sans ExtraBold"/>
                <a:sym typeface="Plus Jakarta Sans ExtraBold"/>
              </a:rPr>
              <a:t>03</a:t>
            </a:r>
            <a:endParaRPr sz="13000" dirty="0">
              <a:solidFill>
                <a:srgbClr val="FDAB2E"/>
              </a:solidFill>
              <a:latin typeface="Plus Jakarta Sans ExtraBold"/>
              <a:ea typeface="Plus Jakarta Sans ExtraBold"/>
              <a:cs typeface="Plus Jakarta Sans ExtraBold"/>
              <a:sym typeface="Plus Jakarta Sans ExtraBold"/>
            </a:endParaRPr>
          </a:p>
        </p:txBody>
      </p:sp>
      <p:sp>
        <p:nvSpPr>
          <p:cNvPr id="236" name="Google Shape;236;p37">
            <a:extLst>
              <a:ext uri="{FF2B5EF4-FFF2-40B4-BE49-F238E27FC236}">
                <a16:creationId xmlns:a16="http://schemas.microsoft.com/office/drawing/2014/main" id="{DC0B55F0-4559-279A-33A9-1429D126B213}"/>
              </a:ext>
            </a:extLst>
          </p:cNvPr>
          <p:cNvSpPr txBox="1"/>
          <p:nvPr/>
        </p:nvSpPr>
        <p:spPr>
          <a:xfrm>
            <a:off x="744220" y="3698615"/>
            <a:ext cx="7098350"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800" dirty="0">
                <a:solidFill>
                  <a:srgbClr val="F8F2E8"/>
                </a:solidFill>
                <a:latin typeface="Plus Jakarta Sans ExtraBold"/>
                <a:ea typeface="Plus Jakarta Sans ExtraBold"/>
                <a:cs typeface="Plus Jakarta Sans ExtraBold"/>
                <a:sym typeface="Plus Jakarta Sans ExtraBold"/>
              </a:rPr>
              <a:t>Integridad del Sistema</a:t>
            </a:r>
            <a:endParaRPr sz="4800" dirty="0">
              <a:solidFill>
                <a:srgbClr val="F8F2E8"/>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40962233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DAAFA1AF-DB83-7D55-0115-2FF41CBC95C1}"/>
            </a:ext>
          </a:extLst>
        </p:cNvPr>
        <p:cNvGrpSpPr/>
        <p:nvPr/>
      </p:nvGrpSpPr>
      <p:grpSpPr>
        <a:xfrm>
          <a:off x="0" y="0"/>
          <a:ext cx="0" cy="0"/>
          <a:chOff x="0" y="0"/>
          <a:chExt cx="0" cy="0"/>
        </a:xfrm>
      </p:grpSpPr>
      <p:sp>
        <p:nvSpPr>
          <p:cNvPr id="241" name="Google Shape;241;p38">
            <a:extLst>
              <a:ext uri="{FF2B5EF4-FFF2-40B4-BE49-F238E27FC236}">
                <a16:creationId xmlns:a16="http://schemas.microsoft.com/office/drawing/2014/main" id="{BB2B2E9D-D2C1-FC5A-EADE-255F8DD4FE3C}"/>
              </a:ext>
            </a:extLst>
          </p:cNvPr>
          <p:cNvSpPr txBox="1"/>
          <p:nvPr/>
        </p:nvSpPr>
        <p:spPr>
          <a:xfrm>
            <a:off x="739075" y="2481425"/>
            <a:ext cx="7815600" cy="2269500"/>
          </a:xfrm>
          <a:prstGeom prst="rect">
            <a:avLst/>
          </a:prstGeom>
          <a:noFill/>
          <a:ln>
            <a:noFill/>
          </a:ln>
        </p:spPr>
        <p:txBody>
          <a:bodyPr spcFirstLastPara="1" wrap="square" lIns="91425" tIns="91425" rIns="91425" bIns="91425" anchor="t" anchorCtr="0">
            <a:noAutofit/>
          </a:bodyPr>
          <a:lstStyle/>
          <a:p>
            <a:r>
              <a:rPr lang="es-MX" sz="1200" dirty="0"/>
              <a:t>La seguridad estructural del flujo exige proteger la decisión final contra errores humanos, como clics accidentales o intentos de modificar un veredicto a posteriori. Los enlaces de reanudación se configuran estrictamente para un solo uso. Una vez que el sistema despierta y procesa la primera interacción del médico, la conexión se destruye de forma instantánea, asegurando que el registro en la base de datos mantenga su integridad y no pueda ser alterado.</a:t>
            </a:r>
          </a:p>
        </p:txBody>
      </p:sp>
      <p:sp>
        <p:nvSpPr>
          <p:cNvPr id="242" name="Google Shape;242;p38">
            <a:extLst>
              <a:ext uri="{FF2B5EF4-FFF2-40B4-BE49-F238E27FC236}">
                <a16:creationId xmlns:a16="http://schemas.microsoft.com/office/drawing/2014/main" id="{E5A715D0-0569-1438-29F4-A0A9A875B494}"/>
              </a:ext>
            </a:extLst>
          </p:cNvPr>
          <p:cNvSpPr txBox="1"/>
          <p:nvPr/>
        </p:nvSpPr>
        <p:spPr>
          <a:xfrm>
            <a:off x="602399" y="659600"/>
            <a:ext cx="8376001"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800" dirty="0">
                <a:solidFill>
                  <a:srgbClr val="FF632B"/>
                </a:solidFill>
                <a:latin typeface="Plus Jakarta Sans ExtraBold"/>
                <a:ea typeface="Plus Jakarta Sans ExtraBold"/>
                <a:cs typeface="Plus Jakarta Sans ExtraBold"/>
                <a:sym typeface="Plus Jakarta Sans ExtraBold"/>
              </a:rPr>
              <a:t>Prevención de Sobreescritura y Doble Clic</a:t>
            </a:r>
            <a:endParaRPr sz="4800" dirty="0">
              <a:solidFill>
                <a:srgbClr val="FF632B"/>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16493932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60"/>
          <p:cNvSpPr txBox="1"/>
          <p:nvPr/>
        </p:nvSpPr>
        <p:spPr>
          <a:xfrm>
            <a:off x="666925" y="354461"/>
            <a:ext cx="6254700" cy="244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6000" dirty="0">
                <a:solidFill>
                  <a:srgbClr val="F8F2E8"/>
                </a:solidFill>
                <a:latin typeface="Plus Jakarta Sans ExtraBold"/>
                <a:ea typeface="Plus Jakarta Sans ExtraBold"/>
                <a:cs typeface="Plus Jakarta Sans ExtraBold"/>
                <a:sym typeface="Plus Jakarta Sans ExtraBold"/>
              </a:rPr>
              <a:t>Break,</a:t>
            </a:r>
            <a:endParaRPr sz="6000" dirty="0">
              <a:solidFill>
                <a:srgbClr val="F8F2E8"/>
              </a:solidFill>
              <a:latin typeface="Plus Jakarta Sans ExtraBold"/>
              <a:ea typeface="Plus Jakarta Sans ExtraBold"/>
              <a:cs typeface="Plus Jakarta Sans ExtraBold"/>
              <a:sym typeface="Plus Jakarta Sans ExtraBold"/>
            </a:endParaRPr>
          </a:p>
          <a:p>
            <a:pPr marL="0" lvl="0" indent="0" algn="l" rtl="0">
              <a:spcBef>
                <a:spcPts val="0"/>
              </a:spcBef>
              <a:spcAft>
                <a:spcPts val="0"/>
              </a:spcAft>
              <a:buNone/>
            </a:pPr>
            <a:endParaRPr sz="2800" dirty="0">
              <a:solidFill>
                <a:srgbClr val="F8F2E8"/>
              </a:solidFill>
              <a:latin typeface="Plus Jakarta Sans ExtraBold"/>
              <a:ea typeface="Plus Jakarta Sans ExtraBold"/>
              <a:cs typeface="Plus Jakarta Sans ExtraBold"/>
              <a:sym typeface="Plus Jakarta Sans ExtraBold"/>
            </a:endParaRPr>
          </a:p>
          <a:p>
            <a:pPr marL="0" lvl="0" indent="0" algn="l" rtl="0">
              <a:spcBef>
                <a:spcPts val="0"/>
              </a:spcBef>
              <a:spcAft>
                <a:spcPts val="0"/>
              </a:spcAft>
              <a:buNone/>
            </a:pPr>
            <a:r>
              <a:rPr lang="es" sz="2400" dirty="0">
                <a:solidFill>
                  <a:srgbClr val="F8F2E8"/>
                </a:solidFill>
                <a:latin typeface="Plus Jakarta Sans"/>
                <a:ea typeface="Plus Jakarta Sans"/>
                <a:cs typeface="Plus Jakarta Sans"/>
                <a:sym typeface="Plus Jakarta Sans"/>
              </a:rPr>
              <a:t>andá por un cafecito</a:t>
            </a:r>
            <a:endParaRPr sz="2400" dirty="0">
              <a:solidFill>
                <a:srgbClr val="F8F2E8"/>
              </a:solidFill>
              <a:latin typeface="Plus Jakarta Sans"/>
              <a:ea typeface="Plus Jakarta Sans"/>
              <a:cs typeface="Plus Jakarta Sans"/>
              <a:sym typeface="Plus Jakarta Sans"/>
            </a:endParaRPr>
          </a:p>
          <a:p>
            <a:pPr marL="0" lvl="0" indent="0" algn="l" rtl="0">
              <a:spcBef>
                <a:spcPts val="0"/>
              </a:spcBef>
              <a:spcAft>
                <a:spcPts val="0"/>
              </a:spcAft>
              <a:buNone/>
            </a:pPr>
            <a:r>
              <a:rPr lang="es" sz="2400" dirty="0">
                <a:solidFill>
                  <a:srgbClr val="F8F2E8"/>
                </a:solidFill>
                <a:latin typeface="Plus Jakarta Sans"/>
                <a:ea typeface="Plus Jakarta Sans"/>
                <a:cs typeface="Plus Jakarta Sans"/>
                <a:sym typeface="Plus Jakarta Sans"/>
              </a:rPr>
              <a:t>o mate, ¡y volvemos!</a:t>
            </a:r>
          </a:p>
          <a:p>
            <a:pPr marL="0" lvl="0" indent="0" algn="l" rtl="0">
              <a:spcBef>
                <a:spcPts val="0"/>
              </a:spcBef>
              <a:spcAft>
                <a:spcPts val="0"/>
              </a:spcAft>
              <a:buNone/>
            </a:pPr>
            <a:endParaRPr lang="es" sz="2400" dirty="0">
              <a:solidFill>
                <a:srgbClr val="F8F2E8"/>
              </a:solidFill>
              <a:latin typeface="Plus Jakarta Sans"/>
              <a:ea typeface="Plus Jakarta Sans"/>
              <a:cs typeface="Plus Jakarta Sans"/>
              <a:sym typeface="Plus Jakarta Sans"/>
            </a:endParaRPr>
          </a:p>
          <a:p>
            <a:pPr marL="0" lvl="0" indent="0" algn="l" rtl="0">
              <a:spcBef>
                <a:spcPts val="0"/>
              </a:spcBef>
              <a:spcAft>
                <a:spcPts val="0"/>
              </a:spcAft>
              <a:buNone/>
            </a:pPr>
            <a:r>
              <a:rPr lang="es" sz="2400" dirty="0">
                <a:solidFill>
                  <a:srgbClr val="F8F2E8"/>
                </a:solidFill>
                <a:latin typeface="Plus Jakarta Sans"/>
                <a:ea typeface="Plus Jakarta Sans"/>
                <a:cs typeface="Plus Jakarta Sans"/>
                <a:sym typeface="Plus Jakarta Sans"/>
              </a:rPr>
              <a:t>15 Minutos</a:t>
            </a:r>
          </a:p>
          <a:p>
            <a:pPr marL="0" lvl="0" indent="0" algn="l" rtl="0">
              <a:spcBef>
                <a:spcPts val="0"/>
              </a:spcBef>
              <a:spcAft>
                <a:spcPts val="0"/>
              </a:spcAft>
              <a:buNone/>
            </a:pPr>
            <a:endParaRPr lang="es" sz="2400" dirty="0">
              <a:solidFill>
                <a:srgbClr val="F8F2E8"/>
              </a:solidFill>
              <a:latin typeface="Plus Jakarta Sans"/>
              <a:ea typeface="Plus Jakarta Sans"/>
              <a:cs typeface="Plus Jakarta Sans"/>
              <a:sym typeface="Plus Jakarta Sans"/>
            </a:endParaRPr>
          </a:p>
          <a:p>
            <a:pPr marL="0" lvl="0" indent="0" algn="l" rtl="0">
              <a:spcBef>
                <a:spcPts val="0"/>
              </a:spcBef>
              <a:spcAft>
                <a:spcPts val="0"/>
              </a:spcAft>
              <a:buNone/>
            </a:pPr>
            <a:r>
              <a:rPr lang="es" sz="2400" dirty="0">
                <a:solidFill>
                  <a:schemeClr val="tx1"/>
                </a:solidFill>
                <a:latin typeface="Plus Jakarta Sans"/>
                <a:ea typeface="Plus Jakarta Sans"/>
                <a:cs typeface="Plus Jakarta Sans"/>
                <a:sym typeface="Plus Jakarta Sans"/>
              </a:rPr>
              <a:t>20:05</a:t>
            </a:r>
          </a:p>
          <a:p>
            <a:pPr marL="0" lvl="0" indent="0" algn="l" rtl="0">
              <a:spcBef>
                <a:spcPts val="0"/>
              </a:spcBef>
              <a:spcAft>
                <a:spcPts val="0"/>
              </a:spcAft>
              <a:buNone/>
            </a:pPr>
            <a:r>
              <a:rPr lang="es" sz="2400" dirty="0">
                <a:solidFill>
                  <a:srgbClr val="F8F2E8"/>
                </a:solidFill>
                <a:latin typeface="Plus Jakarta Sans"/>
                <a:ea typeface="Plus Jakarta Sans"/>
                <a:cs typeface="Plus Jakarta Sans"/>
                <a:sym typeface="Plus Jakarta Sans"/>
              </a:rPr>
              <a:t>UTC -3</a:t>
            </a:r>
            <a:endParaRPr sz="2400" dirty="0">
              <a:solidFill>
                <a:srgbClr val="F8F2E8"/>
              </a:solidFill>
              <a:latin typeface="Plus Jakarta Sans"/>
              <a:ea typeface="Plus Jakarta Sans"/>
              <a:cs typeface="Plus Jakarta Sans"/>
              <a:sym typeface="Plus Jakarta Sans"/>
            </a:endParaRPr>
          </a:p>
        </p:txBody>
      </p:sp>
      <p:pic>
        <p:nvPicPr>
          <p:cNvPr id="467" name="Google Shape;467;p60" title="Vector.png"/>
          <p:cNvPicPr preferRelativeResize="0"/>
          <p:nvPr/>
        </p:nvPicPr>
        <p:blipFill rotWithShape="1">
          <a:blip r:embed="rId3">
            <a:alphaModFix/>
          </a:blip>
          <a:srcRect l="30" r="40"/>
          <a:stretch/>
        </p:blipFill>
        <p:spPr>
          <a:xfrm>
            <a:off x="7520578" y="2347936"/>
            <a:ext cx="524575" cy="4476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77"/>
        <p:cNvGrpSpPr/>
        <p:nvPr/>
      </p:nvGrpSpPr>
      <p:grpSpPr>
        <a:xfrm>
          <a:off x="0" y="0"/>
          <a:ext cx="0" cy="0"/>
          <a:chOff x="0" y="0"/>
          <a:chExt cx="0" cy="0"/>
        </a:xfrm>
      </p:grpSpPr>
      <p:sp>
        <p:nvSpPr>
          <p:cNvPr id="478" name="Google Shape;478;p62"/>
          <p:cNvSpPr txBox="1"/>
          <p:nvPr/>
        </p:nvSpPr>
        <p:spPr>
          <a:xfrm>
            <a:off x="571500" y="2392650"/>
            <a:ext cx="6977400" cy="1500000"/>
          </a:xfrm>
          <a:prstGeom prst="rect">
            <a:avLst/>
          </a:prstGeom>
          <a:noFill/>
          <a:ln>
            <a:noFill/>
          </a:ln>
        </p:spPr>
        <p:txBody>
          <a:bodyPr spcFirstLastPara="1" wrap="square" lIns="91425" tIns="91425" rIns="91425" bIns="91425" anchor="t" anchorCtr="0">
            <a:noAutofit/>
          </a:bodyPr>
          <a:lstStyle/>
          <a:p>
            <a:pPr marL="0" lvl="0" indent="0" algn="l" rtl="0">
              <a:lnSpc>
                <a:spcPct val="80000"/>
              </a:lnSpc>
              <a:spcBef>
                <a:spcPts val="0"/>
              </a:spcBef>
              <a:spcAft>
                <a:spcPts val="0"/>
              </a:spcAft>
              <a:buNone/>
            </a:pPr>
            <a:r>
              <a:rPr lang="es" sz="4900">
                <a:solidFill>
                  <a:srgbClr val="F8F2E8"/>
                </a:solidFill>
                <a:latin typeface="Plus Jakarta Sans ExtraBold"/>
                <a:ea typeface="Plus Jakarta Sans ExtraBold"/>
                <a:cs typeface="Plus Jakarta Sans ExtraBold"/>
                <a:sym typeface="Plus Jakarta Sans ExtraBold"/>
              </a:rPr>
              <a:t>¡Gracias por </a:t>
            </a:r>
            <a:r>
              <a:rPr lang="es" sz="4900">
                <a:solidFill>
                  <a:srgbClr val="FDAB2E"/>
                </a:solidFill>
                <a:latin typeface="Plus Jakarta Sans ExtraBold"/>
                <a:ea typeface="Plus Jakarta Sans ExtraBold"/>
                <a:cs typeface="Plus Jakarta Sans ExtraBold"/>
                <a:sym typeface="Plus Jakarta Sans ExtraBold"/>
              </a:rPr>
              <a:t>estudiar </a:t>
            </a:r>
            <a:r>
              <a:rPr lang="es" sz="4900">
                <a:solidFill>
                  <a:srgbClr val="F8F2E8"/>
                </a:solidFill>
                <a:latin typeface="Plus Jakarta Sans ExtraBold"/>
                <a:ea typeface="Plus Jakarta Sans ExtraBold"/>
                <a:cs typeface="Plus Jakarta Sans ExtraBold"/>
                <a:sym typeface="Plus Jakarta Sans ExtraBold"/>
              </a:rPr>
              <a:t>con nosotros!</a:t>
            </a:r>
            <a:endParaRPr sz="4900">
              <a:solidFill>
                <a:srgbClr val="F8F2E8"/>
              </a:solidFill>
              <a:latin typeface="Plus Jakarta Sans ExtraBold"/>
              <a:ea typeface="Plus Jakarta Sans ExtraBold"/>
              <a:cs typeface="Plus Jakarta Sans ExtraBold"/>
              <a:sym typeface="Plus Jakarta Sans ExtraBold"/>
            </a:endParaRPr>
          </a:p>
        </p:txBody>
      </p:sp>
      <p:sp>
        <p:nvSpPr>
          <p:cNvPr id="479" name="Google Shape;479;p62"/>
          <p:cNvSpPr txBox="1"/>
          <p:nvPr/>
        </p:nvSpPr>
        <p:spPr>
          <a:xfrm>
            <a:off x="571500" y="3792150"/>
            <a:ext cx="8001000" cy="906300"/>
          </a:xfrm>
          <a:prstGeom prst="rect">
            <a:avLst/>
          </a:prstGeom>
          <a:noFill/>
          <a:ln>
            <a:noFill/>
          </a:ln>
        </p:spPr>
        <p:txBody>
          <a:bodyPr spcFirstLastPara="1" wrap="square" lIns="0" tIns="0" rIns="0" bIns="0" anchor="b" anchorCtr="0">
            <a:noAutofit/>
          </a:bodyPr>
          <a:lstStyle/>
          <a:p>
            <a:pPr marL="0" lvl="0" indent="0" algn="just" rtl="0">
              <a:spcBef>
                <a:spcPts val="0"/>
              </a:spcBef>
              <a:spcAft>
                <a:spcPts val="0"/>
              </a:spcAft>
              <a:buNone/>
            </a:pPr>
            <a:r>
              <a:rPr lang="es" sz="600">
                <a:solidFill>
                  <a:srgbClr val="F8F2E8"/>
                </a:solidFill>
                <a:latin typeface="Plus Jakarta Sans"/>
                <a:ea typeface="Plus Jakarta Sans"/>
                <a:cs typeface="Plus Jakarta Sans"/>
                <a:sym typeface="Plus Jakarta Sans"/>
              </a:rPr>
              <a:t>We have provided this presentation to you for informational and illustrative purposes on a confidential basis. We reserve the right to use of non-disclosure agreements (NDAs) to protect our privacy and intellectual property rights. The information contained in this document is highly sensitive, confidential and/or proprietary and is intended for the express use of the intended recipient, as denoted on the title page of this document. The recipient of this presentation agrees by its receipt not to reproduce, duplicate, or reveal, in whole or in part, information presented herein without written permission of Coderhouse. No representation or warranty, expressed or implied, is made as to the accuracy or completeness of the information contained in this presentation. Any quote contained herein is for estimation purposes. Estimates are based on current, known requirements. Actual estimates may change once project elements are finalized or negotiated. This document may contain confidential pricing information. All pricing is subject to change. </a:t>
            </a:r>
            <a:endParaRPr sz="600">
              <a:solidFill>
                <a:srgbClr val="F8F2E8"/>
              </a:solidFill>
              <a:latin typeface="Plus Jakarta Sans"/>
              <a:ea typeface="Plus Jakarta Sans"/>
              <a:cs typeface="Plus Jakarta Sans"/>
              <a:sym typeface="Plus Jakarta Sans"/>
            </a:endParaRPr>
          </a:p>
          <a:p>
            <a:pPr marL="0" lvl="0" indent="0" algn="just" rtl="0">
              <a:spcBef>
                <a:spcPts val="0"/>
              </a:spcBef>
              <a:spcAft>
                <a:spcPts val="0"/>
              </a:spcAft>
              <a:buNone/>
            </a:pPr>
            <a:endParaRPr sz="600">
              <a:solidFill>
                <a:srgbClr val="F8F2E8"/>
              </a:solidFill>
              <a:latin typeface="Plus Jakarta Sans"/>
              <a:ea typeface="Plus Jakarta Sans"/>
              <a:cs typeface="Plus Jakarta Sans"/>
              <a:sym typeface="Plus Jakarta Sans"/>
            </a:endParaRPr>
          </a:p>
          <a:p>
            <a:pPr marL="0" lvl="0" indent="0" algn="just" rtl="0">
              <a:spcBef>
                <a:spcPts val="0"/>
              </a:spcBef>
              <a:spcAft>
                <a:spcPts val="0"/>
              </a:spcAft>
              <a:buNone/>
            </a:pPr>
            <a:r>
              <a:rPr lang="es" sz="600">
                <a:solidFill>
                  <a:srgbClr val="F8F2E8"/>
                </a:solidFill>
                <a:latin typeface="Plus Jakarta Sans"/>
                <a:ea typeface="Plus Jakarta Sans"/>
                <a:cs typeface="Plus Jakarta Sans"/>
                <a:sym typeface="Plus Jakarta Sans"/>
              </a:rPr>
              <a:t>Copyright © 2026 Coderhouse. All rights reserved. Coderhouse and the Coderhouse logo are trademarks or registered trademarks of Coderhouse. in the U.S. and/or other countries. All other trademarks are the property of their respective owners.</a:t>
            </a:r>
            <a:endParaRPr sz="600">
              <a:solidFill>
                <a:srgbClr val="F8F2E8"/>
              </a:solidFill>
              <a:latin typeface="Plus Jakarta Sans"/>
              <a:ea typeface="Plus Jakarta Sans"/>
              <a:cs typeface="Plus Jakarta Sans"/>
              <a:sym typeface="Plus Jakarta Sans"/>
            </a:endParaRPr>
          </a:p>
        </p:txBody>
      </p:sp>
      <p:pic>
        <p:nvPicPr>
          <p:cNvPr id="480" name="Google Shape;480;p62" title="Group 1321317428.png"/>
          <p:cNvPicPr preferRelativeResize="0"/>
          <p:nvPr/>
        </p:nvPicPr>
        <p:blipFill>
          <a:blip r:embed="rId3">
            <a:alphaModFix/>
          </a:blip>
          <a:stretch>
            <a:fillRect/>
          </a:stretch>
        </p:blipFill>
        <p:spPr>
          <a:xfrm>
            <a:off x="7711325" y="609525"/>
            <a:ext cx="861174" cy="85774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5" name="Google Shape;485;p63"/>
          <p:cNvSpPr txBox="1"/>
          <p:nvPr/>
        </p:nvSpPr>
        <p:spPr>
          <a:xfrm>
            <a:off x="571500" y="2175175"/>
            <a:ext cx="6462900" cy="1500000"/>
          </a:xfrm>
          <a:prstGeom prst="rect">
            <a:avLst/>
          </a:prstGeom>
          <a:noFill/>
          <a:ln>
            <a:noFill/>
          </a:ln>
        </p:spPr>
        <p:txBody>
          <a:bodyPr spcFirstLastPara="1" wrap="square" lIns="91425" tIns="91425" rIns="91425" bIns="91425" anchor="t" anchorCtr="0">
            <a:noAutofit/>
          </a:bodyPr>
          <a:lstStyle/>
          <a:p>
            <a:pPr marL="0" lvl="0" indent="0" algn="l" rtl="0">
              <a:lnSpc>
                <a:spcPct val="70000"/>
              </a:lnSpc>
              <a:spcBef>
                <a:spcPts val="0"/>
              </a:spcBef>
              <a:spcAft>
                <a:spcPts val="0"/>
              </a:spcAft>
              <a:buNone/>
            </a:pPr>
            <a:r>
              <a:rPr lang="es" sz="6100">
                <a:solidFill>
                  <a:srgbClr val="260700"/>
                </a:solidFill>
                <a:latin typeface="Plus Jakarta Sans ExtraBold"/>
                <a:ea typeface="Plus Jakarta Sans ExtraBold"/>
                <a:cs typeface="Plus Jakarta Sans ExtraBold"/>
                <a:sym typeface="Plus Jakarta Sans ExtraBold"/>
              </a:rPr>
              <a:t>¡Muchas</a:t>
            </a:r>
            <a:endParaRPr sz="6100">
              <a:solidFill>
                <a:srgbClr val="260700"/>
              </a:solidFill>
              <a:latin typeface="Plus Jakarta Sans ExtraBold"/>
              <a:ea typeface="Plus Jakarta Sans ExtraBold"/>
              <a:cs typeface="Plus Jakarta Sans ExtraBold"/>
              <a:sym typeface="Plus Jakarta Sans ExtraBold"/>
            </a:endParaRPr>
          </a:p>
          <a:p>
            <a:pPr marL="0" lvl="0" indent="0" algn="l" rtl="0">
              <a:lnSpc>
                <a:spcPct val="70000"/>
              </a:lnSpc>
              <a:spcBef>
                <a:spcPts val="0"/>
              </a:spcBef>
              <a:spcAft>
                <a:spcPts val="0"/>
              </a:spcAft>
              <a:buNone/>
            </a:pPr>
            <a:r>
              <a:rPr lang="es" sz="6100">
                <a:solidFill>
                  <a:srgbClr val="260700"/>
                </a:solidFill>
                <a:latin typeface="Plus Jakarta Sans ExtraBold"/>
                <a:ea typeface="Plus Jakarta Sans ExtraBold"/>
                <a:cs typeface="Plus Jakarta Sans ExtraBold"/>
                <a:sym typeface="Plus Jakarta Sans ExtraBold"/>
              </a:rPr>
              <a:t>gracias!</a:t>
            </a:r>
            <a:endParaRPr sz="6100">
              <a:solidFill>
                <a:srgbClr val="260700"/>
              </a:solidFill>
              <a:latin typeface="Plus Jakarta Sans ExtraBold"/>
              <a:ea typeface="Plus Jakarta Sans ExtraBold"/>
              <a:cs typeface="Plus Jakarta Sans ExtraBold"/>
              <a:sym typeface="Plus Jakarta Sans ExtraBold"/>
            </a:endParaRPr>
          </a:p>
        </p:txBody>
      </p:sp>
      <p:sp>
        <p:nvSpPr>
          <p:cNvPr id="486" name="Google Shape;486;p63"/>
          <p:cNvSpPr txBox="1"/>
          <p:nvPr/>
        </p:nvSpPr>
        <p:spPr>
          <a:xfrm>
            <a:off x="571500" y="3792150"/>
            <a:ext cx="8001000" cy="906300"/>
          </a:xfrm>
          <a:prstGeom prst="rect">
            <a:avLst/>
          </a:prstGeom>
          <a:noFill/>
          <a:ln>
            <a:noFill/>
          </a:ln>
        </p:spPr>
        <p:txBody>
          <a:bodyPr spcFirstLastPara="1" wrap="square" lIns="0" tIns="0" rIns="0" bIns="0" anchor="b" anchorCtr="0">
            <a:noAutofit/>
          </a:bodyPr>
          <a:lstStyle/>
          <a:p>
            <a:pPr marL="0" lvl="0" indent="0" algn="just" rtl="0">
              <a:spcBef>
                <a:spcPts val="0"/>
              </a:spcBef>
              <a:spcAft>
                <a:spcPts val="0"/>
              </a:spcAft>
              <a:buNone/>
            </a:pPr>
            <a:r>
              <a:rPr lang="es" sz="600">
                <a:solidFill>
                  <a:srgbClr val="260700"/>
                </a:solidFill>
                <a:latin typeface="Plus Jakarta Sans"/>
                <a:ea typeface="Plus Jakarta Sans"/>
                <a:cs typeface="Plus Jakarta Sans"/>
                <a:sym typeface="Plus Jakarta Sans"/>
              </a:rPr>
              <a:t>We have provided this presentation to you for informational and illustrative purposes on a confidential basis. We reserve the right to use of non-disclosure agreements (NDAs) to protect our privacy and intellectual property rights. The information contained in this document is highly sensitive, confidential and/or proprietary and is intended for the express use of the intended recipient, as denoted on the title page of this document. The recipient of this presentation agrees by its receipt not to reproduce, duplicate, or reveal, in whole or in part, information presented herein without written permission of Coderhouse. No representation or warranty, expressed or implied, is made as to the accuracy or completeness of the information contained in this presentation. Any quote contained herein is for estimation purposes. Estimates are based on current, known requirements. Actual estimates may change once project elements are finalized or negotiated. This document may contain confidential pricing information. All pricing is subject to change. </a:t>
            </a:r>
            <a:endParaRPr sz="600">
              <a:solidFill>
                <a:srgbClr val="260700"/>
              </a:solidFill>
              <a:latin typeface="Plus Jakarta Sans"/>
              <a:ea typeface="Plus Jakarta Sans"/>
              <a:cs typeface="Plus Jakarta Sans"/>
              <a:sym typeface="Plus Jakarta Sans"/>
            </a:endParaRPr>
          </a:p>
          <a:p>
            <a:pPr marL="0" lvl="0" indent="0" algn="just" rtl="0">
              <a:spcBef>
                <a:spcPts val="0"/>
              </a:spcBef>
              <a:spcAft>
                <a:spcPts val="0"/>
              </a:spcAft>
              <a:buNone/>
            </a:pPr>
            <a:endParaRPr sz="600">
              <a:solidFill>
                <a:srgbClr val="260700"/>
              </a:solidFill>
              <a:latin typeface="Plus Jakarta Sans"/>
              <a:ea typeface="Plus Jakarta Sans"/>
              <a:cs typeface="Plus Jakarta Sans"/>
              <a:sym typeface="Plus Jakarta Sans"/>
            </a:endParaRPr>
          </a:p>
          <a:p>
            <a:pPr marL="0" lvl="0" indent="0" algn="just" rtl="0">
              <a:spcBef>
                <a:spcPts val="0"/>
              </a:spcBef>
              <a:spcAft>
                <a:spcPts val="0"/>
              </a:spcAft>
              <a:buNone/>
            </a:pPr>
            <a:r>
              <a:rPr lang="es" sz="600">
                <a:solidFill>
                  <a:srgbClr val="260700"/>
                </a:solidFill>
                <a:latin typeface="Plus Jakarta Sans"/>
                <a:ea typeface="Plus Jakarta Sans"/>
                <a:cs typeface="Plus Jakarta Sans"/>
                <a:sym typeface="Plus Jakarta Sans"/>
              </a:rPr>
              <a:t>Copyright © 2026 Coderhouse. All rights reserved. Coderhouse and the Coderhouse logo are trademarks or registered trademarks of Coderhouse. in the U.S. and/or other countries. All other trademarks are the property of their respective owners.</a:t>
            </a:r>
            <a:endParaRPr sz="600">
              <a:solidFill>
                <a:srgbClr val="260700"/>
              </a:solidFill>
              <a:latin typeface="Plus Jakarta Sans"/>
              <a:ea typeface="Plus Jakarta Sans"/>
              <a:cs typeface="Plus Jakarta Sans"/>
              <a:sym typeface="Plus Jakarta Sans"/>
            </a:endParaRPr>
          </a:p>
        </p:txBody>
      </p:sp>
      <p:pic>
        <p:nvPicPr>
          <p:cNvPr id="487" name="Google Shape;487;p63" title="Group 1321320857.png"/>
          <p:cNvPicPr preferRelativeResize="0"/>
          <p:nvPr/>
        </p:nvPicPr>
        <p:blipFill>
          <a:blip r:embed="rId3">
            <a:alphaModFix/>
          </a:blip>
          <a:stretch>
            <a:fillRect/>
          </a:stretch>
        </p:blipFill>
        <p:spPr>
          <a:xfrm>
            <a:off x="7259075" y="488075"/>
            <a:ext cx="1221826" cy="3568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734</TotalTime>
  <Words>735</Words>
  <Application>Microsoft Office PowerPoint</Application>
  <PresentationFormat>On-screen Show (16:9)</PresentationFormat>
  <Paragraphs>31</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Plus Jakarta Sans ExtraBold</vt:lpstr>
      <vt:lpstr>Arial</vt:lpstr>
      <vt:lpstr>Plus Jakarta Sans</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Leandro Araque</cp:lastModifiedBy>
  <cp:revision>5</cp:revision>
  <dcterms:modified xsi:type="dcterms:W3CDTF">2026-05-13T00:35:44Z</dcterms:modified>
</cp:coreProperties>
</file>