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9" r:id="rId1"/>
  </p:sldMasterIdLst>
  <p:notesMasterIdLst>
    <p:notesMasterId r:id="rId23"/>
  </p:notesMasterIdLst>
  <p:sldIdLst>
    <p:sldId id="292" r:id="rId2"/>
    <p:sldId id="312" r:id="rId3"/>
    <p:sldId id="313" r:id="rId4"/>
    <p:sldId id="314" r:id="rId5"/>
    <p:sldId id="315" r:id="rId6"/>
    <p:sldId id="316" r:id="rId7"/>
    <p:sldId id="317" r:id="rId8"/>
    <p:sldId id="318" r:id="rId9"/>
    <p:sldId id="319" r:id="rId10"/>
    <p:sldId id="320" r:id="rId11"/>
    <p:sldId id="321" r:id="rId12"/>
    <p:sldId id="322" r:id="rId13"/>
    <p:sldId id="323" r:id="rId14"/>
    <p:sldId id="324" r:id="rId15"/>
    <p:sldId id="325" r:id="rId16"/>
    <p:sldId id="293" r:id="rId17"/>
    <p:sldId id="326" r:id="rId18"/>
    <p:sldId id="327" r:id="rId19"/>
    <p:sldId id="294" r:id="rId20"/>
    <p:sldId id="295" r:id="rId21"/>
    <p:sldId id="296" r:id="rId22"/>
  </p:sldIdLst>
  <p:sldSz cx="9144000" cy="5143500" type="screen16x9"/>
  <p:notesSz cx="6858000" cy="9144000"/>
  <p:embeddedFontLst>
    <p:embeddedFont>
      <p:font typeface="Plus Jakarta Sans" panose="020B0604020202020204" charset="0"/>
      <p:regular r:id="rId24"/>
      <p:bold r:id="rId25"/>
      <p:italic r:id="rId26"/>
      <p:boldItalic r:id="rId27"/>
    </p:embeddedFont>
    <p:embeddedFont>
      <p:font typeface="Plus Jakarta Sans ExtraBold" panose="020B0604020202020204" charset="0"/>
      <p:bold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AA2E"/>
    <a:srgbClr val="B78E5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53" autoAdjust="0"/>
    <p:restoredTop sz="94660"/>
  </p:normalViewPr>
  <p:slideViewPr>
    <p:cSldViewPr snapToGrid="0">
      <p:cViewPr varScale="1">
        <p:scale>
          <a:sx n="133" d="100"/>
          <a:sy n="133" d="100"/>
        </p:scale>
        <p:origin x="864" y="126"/>
      </p:cViewPr>
      <p:guideLst>
        <p:guide orient="horz" pos="162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g3bb91f55cac_0_2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8" name="Google Shape;458;g3bb91f55cac_0_2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a:extLst>
            <a:ext uri="{FF2B5EF4-FFF2-40B4-BE49-F238E27FC236}">
              <a16:creationId xmlns:a16="http://schemas.microsoft.com/office/drawing/2014/main" id="{E6E1CE92-817E-B35A-DBE6-FEDF11F100A0}"/>
            </a:ext>
          </a:extLst>
        </p:cNvPr>
        <p:cNvGrpSpPr/>
        <p:nvPr/>
      </p:nvGrpSpPr>
      <p:grpSpPr>
        <a:xfrm>
          <a:off x="0" y="0"/>
          <a:ext cx="0" cy="0"/>
          <a:chOff x="0" y="0"/>
          <a:chExt cx="0" cy="0"/>
        </a:xfrm>
      </p:grpSpPr>
      <p:sp>
        <p:nvSpPr>
          <p:cNvPr id="232" name="Google Shape;232;g3b53643a157_0_100:notes">
            <a:extLst>
              <a:ext uri="{FF2B5EF4-FFF2-40B4-BE49-F238E27FC236}">
                <a16:creationId xmlns:a16="http://schemas.microsoft.com/office/drawing/2014/main" id="{1ADFB121-B08A-9994-7B84-19DE5F264F9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b53643a157_0_100:notes">
            <a:extLst>
              <a:ext uri="{FF2B5EF4-FFF2-40B4-BE49-F238E27FC236}">
                <a16:creationId xmlns:a16="http://schemas.microsoft.com/office/drawing/2014/main" id="{5FBBC81E-0F08-D765-9F1C-B1EE8A46554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279464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55A416D4-1B98-A631-8080-268BAE32E0A7}"/>
            </a:ext>
          </a:extLst>
        </p:cNvPr>
        <p:cNvGrpSpPr/>
        <p:nvPr/>
      </p:nvGrpSpPr>
      <p:grpSpPr>
        <a:xfrm>
          <a:off x="0" y="0"/>
          <a:ext cx="0" cy="0"/>
          <a:chOff x="0" y="0"/>
          <a:chExt cx="0" cy="0"/>
        </a:xfrm>
      </p:grpSpPr>
      <p:sp>
        <p:nvSpPr>
          <p:cNvPr id="238" name="Google Shape;238;g3b53643a157_0_38:notes">
            <a:extLst>
              <a:ext uri="{FF2B5EF4-FFF2-40B4-BE49-F238E27FC236}">
                <a16:creationId xmlns:a16="http://schemas.microsoft.com/office/drawing/2014/main" id="{AEE66641-83CD-54B5-3BE0-095A643AF22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a:extLst>
              <a:ext uri="{FF2B5EF4-FFF2-40B4-BE49-F238E27FC236}">
                <a16:creationId xmlns:a16="http://schemas.microsoft.com/office/drawing/2014/main" id="{33A82B58-9109-5D62-F505-8DAB73093CA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06781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a:extLst>
            <a:ext uri="{FF2B5EF4-FFF2-40B4-BE49-F238E27FC236}">
              <a16:creationId xmlns:a16="http://schemas.microsoft.com/office/drawing/2014/main" id="{A87BD8BB-03E5-CEFA-06D5-E2B7AD2C1FA8}"/>
            </a:ext>
          </a:extLst>
        </p:cNvPr>
        <p:cNvGrpSpPr/>
        <p:nvPr/>
      </p:nvGrpSpPr>
      <p:grpSpPr>
        <a:xfrm>
          <a:off x="0" y="0"/>
          <a:ext cx="0" cy="0"/>
          <a:chOff x="0" y="0"/>
          <a:chExt cx="0" cy="0"/>
        </a:xfrm>
      </p:grpSpPr>
      <p:sp>
        <p:nvSpPr>
          <p:cNvPr id="232" name="Google Shape;232;g3b53643a157_0_100:notes">
            <a:extLst>
              <a:ext uri="{FF2B5EF4-FFF2-40B4-BE49-F238E27FC236}">
                <a16:creationId xmlns:a16="http://schemas.microsoft.com/office/drawing/2014/main" id="{F808ECC0-823A-10D0-EC94-7A0DF588AC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b53643a157_0_100:notes">
            <a:extLst>
              <a:ext uri="{FF2B5EF4-FFF2-40B4-BE49-F238E27FC236}">
                <a16:creationId xmlns:a16="http://schemas.microsoft.com/office/drawing/2014/main" id="{39A4E4FA-A3E4-EE19-578E-3AFAA860E8A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883948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4330A378-B073-7F55-D892-C4DE3B9D8040}"/>
            </a:ext>
          </a:extLst>
        </p:cNvPr>
        <p:cNvGrpSpPr/>
        <p:nvPr/>
      </p:nvGrpSpPr>
      <p:grpSpPr>
        <a:xfrm>
          <a:off x="0" y="0"/>
          <a:ext cx="0" cy="0"/>
          <a:chOff x="0" y="0"/>
          <a:chExt cx="0" cy="0"/>
        </a:xfrm>
      </p:grpSpPr>
      <p:sp>
        <p:nvSpPr>
          <p:cNvPr id="238" name="Google Shape;238;g3b53643a157_0_38:notes">
            <a:extLst>
              <a:ext uri="{FF2B5EF4-FFF2-40B4-BE49-F238E27FC236}">
                <a16:creationId xmlns:a16="http://schemas.microsoft.com/office/drawing/2014/main" id="{E4413D4C-E0D9-740A-82C8-187A9F406A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a:extLst>
              <a:ext uri="{FF2B5EF4-FFF2-40B4-BE49-F238E27FC236}">
                <a16:creationId xmlns:a16="http://schemas.microsoft.com/office/drawing/2014/main" id="{1529B6E8-5138-C412-E7D2-C4477145BF0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890227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a:extLst>
            <a:ext uri="{FF2B5EF4-FFF2-40B4-BE49-F238E27FC236}">
              <a16:creationId xmlns:a16="http://schemas.microsoft.com/office/drawing/2014/main" id="{79240EAB-8EFE-36C3-056C-31D49239B6DB}"/>
            </a:ext>
          </a:extLst>
        </p:cNvPr>
        <p:cNvGrpSpPr/>
        <p:nvPr/>
      </p:nvGrpSpPr>
      <p:grpSpPr>
        <a:xfrm>
          <a:off x="0" y="0"/>
          <a:ext cx="0" cy="0"/>
          <a:chOff x="0" y="0"/>
          <a:chExt cx="0" cy="0"/>
        </a:xfrm>
      </p:grpSpPr>
      <p:sp>
        <p:nvSpPr>
          <p:cNvPr id="232" name="Google Shape;232;g3b53643a157_0_100:notes">
            <a:extLst>
              <a:ext uri="{FF2B5EF4-FFF2-40B4-BE49-F238E27FC236}">
                <a16:creationId xmlns:a16="http://schemas.microsoft.com/office/drawing/2014/main" id="{F0D2CF1A-8A7E-E5B2-B805-5107BDEE885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b53643a157_0_100:notes">
            <a:extLst>
              <a:ext uri="{FF2B5EF4-FFF2-40B4-BE49-F238E27FC236}">
                <a16:creationId xmlns:a16="http://schemas.microsoft.com/office/drawing/2014/main" id="{CE9A3714-E030-6568-AB59-026A21EC45B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515330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2E0BD2CF-BA6E-D930-6B8D-F6E2CAA085DE}"/>
            </a:ext>
          </a:extLst>
        </p:cNvPr>
        <p:cNvGrpSpPr/>
        <p:nvPr/>
      </p:nvGrpSpPr>
      <p:grpSpPr>
        <a:xfrm>
          <a:off x="0" y="0"/>
          <a:ext cx="0" cy="0"/>
          <a:chOff x="0" y="0"/>
          <a:chExt cx="0" cy="0"/>
        </a:xfrm>
      </p:grpSpPr>
      <p:sp>
        <p:nvSpPr>
          <p:cNvPr id="238" name="Google Shape;238;g3b53643a157_0_38:notes">
            <a:extLst>
              <a:ext uri="{FF2B5EF4-FFF2-40B4-BE49-F238E27FC236}">
                <a16:creationId xmlns:a16="http://schemas.microsoft.com/office/drawing/2014/main" id="{CC33E528-FFD6-8C3F-6299-DD3F54675CD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a:extLst>
              <a:ext uri="{FF2B5EF4-FFF2-40B4-BE49-F238E27FC236}">
                <a16:creationId xmlns:a16="http://schemas.microsoft.com/office/drawing/2014/main" id="{7874BB25-587C-05BE-6F3E-8378F1EDED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345026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a:extLst>
            <a:ext uri="{FF2B5EF4-FFF2-40B4-BE49-F238E27FC236}">
              <a16:creationId xmlns:a16="http://schemas.microsoft.com/office/drawing/2014/main" id="{007CB286-2A7B-50E9-A67A-CBA95FEBB6AF}"/>
            </a:ext>
          </a:extLst>
        </p:cNvPr>
        <p:cNvGrpSpPr/>
        <p:nvPr/>
      </p:nvGrpSpPr>
      <p:grpSpPr>
        <a:xfrm>
          <a:off x="0" y="0"/>
          <a:ext cx="0" cy="0"/>
          <a:chOff x="0" y="0"/>
          <a:chExt cx="0" cy="0"/>
        </a:xfrm>
      </p:grpSpPr>
      <p:sp>
        <p:nvSpPr>
          <p:cNvPr id="232" name="Google Shape;232;g3b53643a157_0_100:notes">
            <a:extLst>
              <a:ext uri="{FF2B5EF4-FFF2-40B4-BE49-F238E27FC236}">
                <a16:creationId xmlns:a16="http://schemas.microsoft.com/office/drawing/2014/main" id="{40CEAF3B-0CEB-FA00-39F6-1C501FA2DBB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b53643a157_0_100:notes">
            <a:extLst>
              <a:ext uri="{FF2B5EF4-FFF2-40B4-BE49-F238E27FC236}">
                <a16:creationId xmlns:a16="http://schemas.microsoft.com/office/drawing/2014/main" id="{495B8978-7107-40E8-FBAE-9C9A62DA833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841219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FE9CFF31-68A7-13DB-8337-F0C843E32779}"/>
            </a:ext>
          </a:extLst>
        </p:cNvPr>
        <p:cNvGrpSpPr/>
        <p:nvPr/>
      </p:nvGrpSpPr>
      <p:grpSpPr>
        <a:xfrm>
          <a:off x="0" y="0"/>
          <a:ext cx="0" cy="0"/>
          <a:chOff x="0" y="0"/>
          <a:chExt cx="0" cy="0"/>
        </a:xfrm>
      </p:grpSpPr>
      <p:sp>
        <p:nvSpPr>
          <p:cNvPr id="238" name="Google Shape;238;g3b53643a157_0_38:notes">
            <a:extLst>
              <a:ext uri="{FF2B5EF4-FFF2-40B4-BE49-F238E27FC236}">
                <a16:creationId xmlns:a16="http://schemas.microsoft.com/office/drawing/2014/main" id="{4405B429-8BFB-277E-A741-8CA223F83C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a:extLst>
              <a:ext uri="{FF2B5EF4-FFF2-40B4-BE49-F238E27FC236}">
                <a16:creationId xmlns:a16="http://schemas.microsoft.com/office/drawing/2014/main" id="{22FE27B1-D4CC-6DEC-C63C-6BCA8FCA4B5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965436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a:extLst>
            <a:ext uri="{FF2B5EF4-FFF2-40B4-BE49-F238E27FC236}">
              <a16:creationId xmlns:a16="http://schemas.microsoft.com/office/drawing/2014/main" id="{45653521-B5CA-71C6-0F38-7ECB41F30562}"/>
            </a:ext>
          </a:extLst>
        </p:cNvPr>
        <p:cNvGrpSpPr/>
        <p:nvPr/>
      </p:nvGrpSpPr>
      <p:grpSpPr>
        <a:xfrm>
          <a:off x="0" y="0"/>
          <a:ext cx="0" cy="0"/>
          <a:chOff x="0" y="0"/>
          <a:chExt cx="0" cy="0"/>
        </a:xfrm>
      </p:grpSpPr>
      <p:sp>
        <p:nvSpPr>
          <p:cNvPr id="232" name="Google Shape;232;g3b53643a157_0_100:notes">
            <a:extLst>
              <a:ext uri="{FF2B5EF4-FFF2-40B4-BE49-F238E27FC236}">
                <a16:creationId xmlns:a16="http://schemas.microsoft.com/office/drawing/2014/main" id="{B421C38D-4A9B-BCDA-0E88-3FDFACB7CC9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b53643a157_0_100:notes">
            <a:extLst>
              <a:ext uri="{FF2B5EF4-FFF2-40B4-BE49-F238E27FC236}">
                <a16:creationId xmlns:a16="http://schemas.microsoft.com/office/drawing/2014/main" id="{7F581ED6-4074-41E0-B384-165F7DB9DEA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334920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BBC94D73-5FA1-3569-B179-C7D70E9056F8}"/>
            </a:ext>
          </a:extLst>
        </p:cNvPr>
        <p:cNvGrpSpPr/>
        <p:nvPr/>
      </p:nvGrpSpPr>
      <p:grpSpPr>
        <a:xfrm>
          <a:off x="0" y="0"/>
          <a:ext cx="0" cy="0"/>
          <a:chOff x="0" y="0"/>
          <a:chExt cx="0" cy="0"/>
        </a:xfrm>
      </p:grpSpPr>
      <p:sp>
        <p:nvSpPr>
          <p:cNvPr id="238" name="Google Shape;238;g3b53643a157_0_38:notes">
            <a:extLst>
              <a:ext uri="{FF2B5EF4-FFF2-40B4-BE49-F238E27FC236}">
                <a16:creationId xmlns:a16="http://schemas.microsoft.com/office/drawing/2014/main" id="{6E8148D3-E454-8C35-119F-491DCA939C4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a:extLst>
              <a:ext uri="{FF2B5EF4-FFF2-40B4-BE49-F238E27FC236}">
                <a16:creationId xmlns:a16="http://schemas.microsoft.com/office/drawing/2014/main" id="{8813908E-9C11-A876-3C31-289F8335963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852316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a:extLst>
            <a:ext uri="{FF2B5EF4-FFF2-40B4-BE49-F238E27FC236}">
              <a16:creationId xmlns:a16="http://schemas.microsoft.com/office/drawing/2014/main" id="{60B7840F-E89C-2BD3-0787-2C5DF6FC85FE}"/>
            </a:ext>
          </a:extLst>
        </p:cNvPr>
        <p:cNvGrpSpPr/>
        <p:nvPr/>
      </p:nvGrpSpPr>
      <p:grpSpPr>
        <a:xfrm>
          <a:off x="0" y="0"/>
          <a:ext cx="0" cy="0"/>
          <a:chOff x="0" y="0"/>
          <a:chExt cx="0" cy="0"/>
        </a:xfrm>
      </p:grpSpPr>
      <p:sp>
        <p:nvSpPr>
          <p:cNvPr id="232" name="Google Shape;232;g3b53643a157_0_100:notes">
            <a:extLst>
              <a:ext uri="{FF2B5EF4-FFF2-40B4-BE49-F238E27FC236}">
                <a16:creationId xmlns:a16="http://schemas.microsoft.com/office/drawing/2014/main" id="{AA25F2F9-B70E-A2BD-6F6D-E8017AEA4F0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b53643a157_0_100:notes">
            <a:extLst>
              <a:ext uri="{FF2B5EF4-FFF2-40B4-BE49-F238E27FC236}">
                <a16:creationId xmlns:a16="http://schemas.microsoft.com/office/drawing/2014/main" id="{341FB837-35DC-96E7-B15F-3066A1B6575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305069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D0293B84-9E1A-F2CF-75BC-5590790768BD}"/>
            </a:ext>
          </a:extLst>
        </p:cNvPr>
        <p:cNvGrpSpPr/>
        <p:nvPr/>
      </p:nvGrpSpPr>
      <p:grpSpPr>
        <a:xfrm>
          <a:off x="0" y="0"/>
          <a:ext cx="0" cy="0"/>
          <a:chOff x="0" y="0"/>
          <a:chExt cx="0" cy="0"/>
        </a:xfrm>
      </p:grpSpPr>
      <p:sp>
        <p:nvSpPr>
          <p:cNvPr id="238" name="Google Shape;238;g3b53643a157_0_38:notes">
            <a:extLst>
              <a:ext uri="{FF2B5EF4-FFF2-40B4-BE49-F238E27FC236}">
                <a16:creationId xmlns:a16="http://schemas.microsoft.com/office/drawing/2014/main" id="{29DC4801-50DD-2B84-7018-ABFABB9748D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a:extLst>
              <a:ext uri="{FF2B5EF4-FFF2-40B4-BE49-F238E27FC236}">
                <a16:creationId xmlns:a16="http://schemas.microsoft.com/office/drawing/2014/main" id="{4D716BD7-F42D-CE11-1A56-C8B05083E5C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856674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a:extLst>
            <a:ext uri="{FF2B5EF4-FFF2-40B4-BE49-F238E27FC236}">
              <a16:creationId xmlns:a16="http://schemas.microsoft.com/office/drawing/2014/main" id="{E6272BC5-0425-99D1-299D-04566D436AA7}"/>
            </a:ext>
          </a:extLst>
        </p:cNvPr>
        <p:cNvGrpSpPr/>
        <p:nvPr/>
      </p:nvGrpSpPr>
      <p:grpSpPr>
        <a:xfrm>
          <a:off x="0" y="0"/>
          <a:ext cx="0" cy="0"/>
          <a:chOff x="0" y="0"/>
          <a:chExt cx="0" cy="0"/>
        </a:xfrm>
      </p:grpSpPr>
      <p:sp>
        <p:nvSpPr>
          <p:cNvPr id="232" name="Google Shape;232;g3b53643a157_0_100:notes">
            <a:extLst>
              <a:ext uri="{FF2B5EF4-FFF2-40B4-BE49-F238E27FC236}">
                <a16:creationId xmlns:a16="http://schemas.microsoft.com/office/drawing/2014/main" id="{F69DDC4D-C17A-63D1-F72D-F89FAC2569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b53643a157_0_100:notes">
            <a:extLst>
              <a:ext uri="{FF2B5EF4-FFF2-40B4-BE49-F238E27FC236}">
                <a16:creationId xmlns:a16="http://schemas.microsoft.com/office/drawing/2014/main" id="{6C47B010-ECE4-D117-D03B-352C291BD33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133588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2732762D-A4E9-FCDB-8A3F-FB97C6A30F18}"/>
            </a:ext>
          </a:extLst>
        </p:cNvPr>
        <p:cNvGrpSpPr/>
        <p:nvPr/>
      </p:nvGrpSpPr>
      <p:grpSpPr>
        <a:xfrm>
          <a:off x="0" y="0"/>
          <a:ext cx="0" cy="0"/>
          <a:chOff x="0" y="0"/>
          <a:chExt cx="0" cy="0"/>
        </a:xfrm>
      </p:grpSpPr>
      <p:sp>
        <p:nvSpPr>
          <p:cNvPr id="238" name="Google Shape;238;g3b53643a157_0_38:notes">
            <a:extLst>
              <a:ext uri="{FF2B5EF4-FFF2-40B4-BE49-F238E27FC236}">
                <a16:creationId xmlns:a16="http://schemas.microsoft.com/office/drawing/2014/main" id="{6B3FC90A-5B26-BEB7-7F05-EBAB625A896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a:extLst>
              <a:ext uri="{FF2B5EF4-FFF2-40B4-BE49-F238E27FC236}">
                <a16:creationId xmlns:a16="http://schemas.microsoft.com/office/drawing/2014/main" id="{CBFCD960-EEFE-02BC-C383-0D76286E830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562852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g3bb91f55cac_0_3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3bb91f55cac_0_3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a:extLst>
            <a:ext uri="{FF2B5EF4-FFF2-40B4-BE49-F238E27FC236}">
              <a16:creationId xmlns:a16="http://schemas.microsoft.com/office/drawing/2014/main" id="{D93ADD78-568C-89DF-6777-4797CAF38C5F}"/>
            </a:ext>
          </a:extLst>
        </p:cNvPr>
        <p:cNvGrpSpPr/>
        <p:nvPr/>
      </p:nvGrpSpPr>
      <p:grpSpPr>
        <a:xfrm>
          <a:off x="0" y="0"/>
          <a:ext cx="0" cy="0"/>
          <a:chOff x="0" y="0"/>
          <a:chExt cx="0" cy="0"/>
        </a:xfrm>
      </p:grpSpPr>
      <p:sp>
        <p:nvSpPr>
          <p:cNvPr id="232" name="Google Shape;232;g3b53643a157_0_100:notes">
            <a:extLst>
              <a:ext uri="{FF2B5EF4-FFF2-40B4-BE49-F238E27FC236}">
                <a16:creationId xmlns:a16="http://schemas.microsoft.com/office/drawing/2014/main" id="{9D2D6F7B-17D2-BF32-C934-6C0A054C7BB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b53643a157_0_100:notes">
            <a:extLst>
              <a:ext uri="{FF2B5EF4-FFF2-40B4-BE49-F238E27FC236}">
                <a16:creationId xmlns:a16="http://schemas.microsoft.com/office/drawing/2014/main" id="{E1C5E583-4FA9-B8F6-E4DB-87A8DBD40C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926753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D0A19E0C-D03A-CE5D-B432-7382B9884A15}"/>
            </a:ext>
          </a:extLst>
        </p:cNvPr>
        <p:cNvGrpSpPr/>
        <p:nvPr/>
      </p:nvGrpSpPr>
      <p:grpSpPr>
        <a:xfrm>
          <a:off x="0" y="0"/>
          <a:ext cx="0" cy="0"/>
          <a:chOff x="0" y="0"/>
          <a:chExt cx="0" cy="0"/>
        </a:xfrm>
      </p:grpSpPr>
      <p:sp>
        <p:nvSpPr>
          <p:cNvPr id="238" name="Google Shape;238;g3b53643a157_0_38:notes">
            <a:extLst>
              <a:ext uri="{FF2B5EF4-FFF2-40B4-BE49-F238E27FC236}">
                <a16:creationId xmlns:a16="http://schemas.microsoft.com/office/drawing/2014/main" id="{9A78B2C0-FBB4-35CA-993C-936C57B8D89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a:extLst>
              <a:ext uri="{FF2B5EF4-FFF2-40B4-BE49-F238E27FC236}">
                <a16:creationId xmlns:a16="http://schemas.microsoft.com/office/drawing/2014/main" id="{91725E5E-D486-C84C-9CE0-350D9D614E4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02504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g3bb91f55cac_0_3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0" name="Google Shape;470;g3bb91f55cac_0_3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g3b53643a157_0_3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6" name="Google Shape;476;g3b53643a157_0_3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g3b53643a157_0_3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3" name="Google Shape;483;g3b53643a157_0_3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Atardecer">
  <p:cSld name="BLANK_4">
    <p:bg>
      <p:bgPr>
        <a:solidFill>
          <a:srgbClr val="F8F2E8"/>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pic>
        <p:nvPicPr>
          <p:cNvPr id="52" name="Google Shape;52;p13" title="Group 1321318181.png"/>
          <p:cNvPicPr preferRelativeResize="0"/>
          <p:nvPr/>
        </p:nvPicPr>
        <p:blipFill>
          <a:blip r:embed="rId2">
            <a:alphaModFix/>
          </a:blip>
          <a:stretch>
            <a:fillRect/>
          </a:stretch>
        </p:blipFill>
        <p:spPr>
          <a:xfrm>
            <a:off x="0" y="2076162"/>
            <a:ext cx="9143997" cy="3067338"/>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co 1">
  <p:cSld name="BLANK_3">
    <p:bg>
      <p:bgPr>
        <a:solidFill>
          <a:schemeClr val="lt1"/>
        </a:solidFill>
        <a:effectLst/>
      </p:bgPr>
    </p:bg>
    <p:spTree>
      <p:nvGrpSpPr>
        <p:cNvPr id="1" name="Shape 53"/>
        <p:cNvGrpSpPr/>
        <p:nvPr/>
      </p:nvGrpSpPr>
      <p:grpSpPr>
        <a:xfrm>
          <a:off x="0" y="0"/>
          <a:ext cx="0" cy="0"/>
          <a:chOff x="0" y="0"/>
          <a:chExt cx="0" cy="0"/>
        </a:xfrm>
      </p:grpSpPr>
      <p:sp>
        <p:nvSpPr>
          <p:cNvPr id="54" name="Google Shape;54;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
        <p:nvSpPr>
          <p:cNvPr id="55" name="Google Shape;55;p14"/>
          <p:cNvSpPr txBox="1"/>
          <p:nvPr/>
        </p:nvSpPr>
        <p:spPr>
          <a:xfrm>
            <a:off x="476125" y="165026"/>
            <a:ext cx="644400" cy="1884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s" sz="500">
                <a:solidFill>
                  <a:srgbClr val="222224"/>
                </a:solidFill>
                <a:latin typeface="Plus Jakarta Sans"/>
                <a:ea typeface="Plus Jakarta Sans"/>
                <a:cs typeface="Plus Jakarta Sans"/>
                <a:sym typeface="Plus Jakarta Sans"/>
              </a:rPr>
              <a:t>Coderhouse</a:t>
            </a:r>
            <a:endParaRPr sz="500">
              <a:solidFill>
                <a:srgbClr val="222224"/>
              </a:solidFill>
              <a:latin typeface="Plus Jakarta Sans"/>
              <a:ea typeface="Plus Jakarta Sans"/>
              <a:cs typeface="Plus Jakarta Sans"/>
              <a:sym typeface="Plus Jakarta Sans"/>
            </a:endParaRPr>
          </a:p>
        </p:txBody>
      </p:sp>
      <p:sp>
        <p:nvSpPr>
          <p:cNvPr id="56" name="Google Shape;56;p14"/>
          <p:cNvSpPr txBox="1"/>
          <p:nvPr/>
        </p:nvSpPr>
        <p:spPr>
          <a:xfrm>
            <a:off x="6923014" y="165026"/>
            <a:ext cx="1188600" cy="1884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None/>
            </a:pPr>
            <a:r>
              <a:rPr lang="es" sz="500">
                <a:solidFill>
                  <a:srgbClr val="222224"/>
                </a:solidFill>
                <a:latin typeface="Plus Jakarta Sans"/>
                <a:ea typeface="Plus Jakarta Sans"/>
                <a:cs typeface="Plus Jakarta Sans"/>
                <a:sym typeface="Plus Jakarta Sans"/>
              </a:rPr>
              <a:t>Internal  Presentation</a:t>
            </a:r>
            <a:endParaRPr sz="500">
              <a:solidFill>
                <a:srgbClr val="222224"/>
              </a:solidFill>
              <a:latin typeface="Plus Jakarta Sans"/>
              <a:ea typeface="Plus Jakarta Sans"/>
              <a:cs typeface="Plus Jakarta Sans"/>
              <a:sym typeface="Plus Jakarta Sans"/>
            </a:endParaRPr>
          </a:p>
        </p:txBody>
      </p:sp>
      <p:sp>
        <p:nvSpPr>
          <p:cNvPr id="57" name="Google Shape;57;p14"/>
          <p:cNvSpPr txBox="1"/>
          <p:nvPr/>
        </p:nvSpPr>
        <p:spPr>
          <a:xfrm>
            <a:off x="2196557" y="165026"/>
            <a:ext cx="1242000" cy="1884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s" sz="500">
                <a:solidFill>
                  <a:srgbClr val="222224"/>
                </a:solidFill>
                <a:latin typeface="Plus Jakarta Sans"/>
                <a:ea typeface="Plus Jakarta Sans"/>
                <a:cs typeface="Plus Jakarta Sans"/>
                <a:sym typeface="Plus Jakarta Sans"/>
              </a:rPr>
              <a:t>2026</a:t>
            </a:r>
            <a:endParaRPr sz="500">
              <a:solidFill>
                <a:srgbClr val="222224"/>
              </a:solidFill>
              <a:latin typeface="Plus Jakarta Sans"/>
              <a:ea typeface="Plus Jakarta Sans"/>
              <a:cs typeface="Plus Jakarta Sans"/>
              <a:sym typeface="Plus Jakarta Sans"/>
            </a:endParaRPr>
          </a:p>
        </p:txBody>
      </p:sp>
      <p:sp>
        <p:nvSpPr>
          <p:cNvPr id="58" name="Google Shape;58;p14"/>
          <p:cNvSpPr txBox="1"/>
          <p:nvPr/>
        </p:nvSpPr>
        <p:spPr>
          <a:xfrm>
            <a:off x="8373525" y="90649"/>
            <a:ext cx="369600" cy="337200"/>
          </a:xfrm>
          <a:prstGeom prst="rect">
            <a:avLst/>
          </a:prstGeom>
          <a:noFill/>
          <a:ln>
            <a:noFill/>
          </a:ln>
        </p:spPr>
        <p:txBody>
          <a:bodyPr spcFirstLastPara="1" wrap="square" lIns="88475" tIns="88475" rIns="88475" bIns="88475" anchor="ctr" anchorCtr="0">
            <a:noAutofit/>
          </a:bodyPr>
          <a:lstStyle/>
          <a:p>
            <a:pPr marL="0" lvl="0" indent="0" algn="ctr" rtl="0">
              <a:lnSpc>
                <a:spcPct val="100000"/>
              </a:lnSpc>
              <a:spcBef>
                <a:spcPts val="0"/>
              </a:spcBef>
              <a:spcAft>
                <a:spcPts val="0"/>
              </a:spcAft>
              <a:buNone/>
            </a:pPr>
            <a:fld id="{00000000-1234-1234-1234-123412341234}" type="slidenum">
              <a:rPr lang="es" sz="500">
                <a:solidFill>
                  <a:srgbClr val="222224"/>
                </a:solidFill>
                <a:latin typeface="Plus Jakarta Sans"/>
                <a:ea typeface="Plus Jakarta Sans"/>
                <a:cs typeface="Plus Jakarta Sans"/>
                <a:sym typeface="Plus Jakarta Sans"/>
              </a:rPr>
              <a:t>‹#›</a:t>
            </a:fld>
            <a:endParaRPr sz="500">
              <a:solidFill>
                <a:srgbClr val="222224"/>
              </a:solidFill>
              <a:latin typeface="Plus Jakarta Sans"/>
              <a:ea typeface="Plus Jakarta Sans"/>
              <a:cs typeface="Plus Jakarta Sans"/>
              <a:sym typeface="Plus Jakarta San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Negro">
  <p:cSld name="BLANK_2">
    <p:bg>
      <p:bgPr>
        <a:solidFill>
          <a:srgbClr val="171717"/>
        </a:solidFill>
        <a:effectLst/>
      </p:bgPr>
    </p:bg>
    <p:spTree>
      <p:nvGrpSpPr>
        <p:cNvPr id="1" name="Shape 77"/>
        <p:cNvGrpSpPr/>
        <p:nvPr/>
      </p:nvGrpSpPr>
      <p:grpSpPr>
        <a:xfrm>
          <a:off x="0" y="0"/>
          <a:ext cx="0" cy="0"/>
          <a:chOff x="0" y="0"/>
          <a:chExt cx="0" cy="0"/>
        </a:xfrm>
      </p:grpSpPr>
      <p:sp>
        <p:nvSpPr>
          <p:cNvPr id="78" name="Google Shape;78;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Marrón">
  <p:cSld name="BLANK_2_1">
    <p:bg>
      <p:bgPr>
        <a:solidFill>
          <a:srgbClr val="260700"/>
        </a:solidFill>
        <a:effectLst/>
      </p:bgPr>
    </p:bg>
    <p:spTree>
      <p:nvGrpSpPr>
        <p:cNvPr id="1" name="Shape 79"/>
        <p:cNvGrpSpPr/>
        <p:nvPr/>
      </p:nvGrpSpPr>
      <p:grpSpPr>
        <a:xfrm>
          <a:off x="0" y="0"/>
          <a:ext cx="0" cy="0"/>
          <a:chOff x="0" y="0"/>
          <a:chExt cx="0" cy="0"/>
        </a:xfrm>
      </p:grpSpPr>
      <p:sp>
        <p:nvSpPr>
          <p:cNvPr id="80" name="Google Shape;80;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Naranja">
  <p:cSld name="BLANK_2_1_1">
    <p:bg>
      <p:bgPr>
        <a:solidFill>
          <a:srgbClr val="FF632B"/>
        </a:solidFill>
        <a:effectLst/>
      </p:bgPr>
    </p:bg>
    <p:spTree>
      <p:nvGrpSpPr>
        <p:cNvPr id="1" name="Shape 81"/>
        <p:cNvGrpSpPr/>
        <p:nvPr/>
      </p:nvGrpSpPr>
      <p:grpSpPr>
        <a:xfrm>
          <a:off x="0" y="0"/>
          <a:ext cx="0" cy="0"/>
          <a:chOff x="0" y="0"/>
          <a:chExt cx="0" cy="0"/>
        </a:xfrm>
      </p:grpSpPr>
      <p:sp>
        <p:nvSpPr>
          <p:cNvPr id="82" name="Google Shape;82;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Rosa">
  <p:cSld name="BLANK_2_1_1_1">
    <p:bg>
      <p:bgPr>
        <a:solidFill>
          <a:srgbClr val="FE64A3"/>
        </a:solidFill>
        <a:effectLst/>
      </p:bgPr>
    </p:bg>
    <p:spTree>
      <p:nvGrpSpPr>
        <p:cNvPr id="1" name="Shape 83"/>
        <p:cNvGrpSpPr/>
        <p:nvPr/>
      </p:nvGrpSpPr>
      <p:grpSpPr>
        <a:xfrm>
          <a:off x="0" y="0"/>
          <a:ext cx="0" cy="0"/>
          <a:chOff x="0" y="0"/>
          <a:chExt cx="0" cy="0"/>
        </a:xfrm>
      </p:grpSpPr>
      <p:sp>
        <p:nvSpPr>
          <p:cNvPr id="84" name="Google Shape;84;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9" r:id="rId11"/>
    <p:sldLayoutId id="2147483660" r:id="rId12"/>
    <p:sldLayoutId id="2147483664" r:id="rId13"/>
    <p:sldLayoutId id="2147483665" r:id="rId14"/>
    <p:sldLayoutId id="2147483666" r:id="rId15"/>
    <p:sldLayoutId id="2147483667"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59"/>
          <p:cNvSpPr txBox="1"/>
          <p:nvPr/>
        </p:nvSpPr>
        <p:spPr>
          <a:xfrm>
            <a:off x="652525" y="1336525"/>
            <a:ext cx="3873300" cy="171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4800">
                <a:solidFill>
                  <a:srgbClr val="F8F2E8"/>
                </a:solidFill>
                <a:latin typeface="Plus Jakarta Sans ExtraBold"/>
                <a:ea typeface="Plus Jakarta Sans ExtraBold"/>
                <a:cs typeface="Plus Jakarta Sans ExtraBold"/>
                <a:sym typeface="Plus Jakarta Sans ExtraBold"/>
              </a:rPr>
              <a:t>¡Esta clase va a ser     grabada!	</a:t>
            </a:r>
            <a:endParaRPr sz="4800">
              <a:solidFill>
                <a:srgbClr val="F8F2E8"/>
              </a:solidFill>
              <a:latin typeface="Plus Jakarta Sans ExtraBold"/>
              <a:ea typeface="Plus Jakarta Sans ExtraBold"/>
              <a:cs typeface="Plus Jakarta Sans ExtraBold"/>
              <a:sym typeface="Plus Jakarta Sans ExtraBold"/>
            </a:endParaRPr>
          </a:p>
        </p:txBody>
      </p:sp>
      <p:sp>
        <p:nvSpPr>
          <p:cNvPr id="461" name="Google Shape;461;p59"/>
          <p:cNvSpPr/>
          <p:nvPr/>
        </p:nvSpPr>
        <p:spPr>
          <a:xfrm>
            <a:off x="3601525" y="3168750"/>
            <a:ext cx="228300" cy="228300"/>
          </a:xfrm>
          <a:prstGeom prst="ellipse">
            <a:avLst/>
          </a:prstGeom>
          <a:solidFill>
            <a:srgbClr val="FDAB2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34">
          <a:extLst>
            <a:ext uri="{FF2B5EF4-FFF2-40B4-BE49-F238E27FC236}">
              <a16:creationId xmlns:a16="http://schemas.microsoft.com/office/drawing/2014/main" id="{074CE5B1-7998-E9C9-0FBC-1AB346EE9758}"/>
            </a:ext>
          </a:extLst>
        </p:cNvPr>
        <p:cNvGrpSpPr/>
        <p:nvPr/>
      </p:nvGrpSpPr>
      <p:grpSpPr>
        <a:xfrm>
          <a:off x="0" y="0"/>
          <a:ext cx="0" cy="0"/>
          <a:chOff x="0" y="0"/>
          <a:chExt cx="0" cy="0"/>
        </a:xfrm>
      </p:grpSpPr>
      <p:sp>
        <p:nvSpPr>
          <p:cNvPr id="235" name="Google Shape;235;p37">
            <a:extLst>
              <a:ext uri="{FF2B5EF4-FFF2-40B4-BE49-F238E27FC236}">
                <a16:creationId xmlns:a16="http://schemas.microsoft.com/office/drawing/2014/main" id="{4D45369D-2F93-5A31-B23E-BEF2107F12CA}"/>
              </a:ext>
            </a:extLst>
          </p:cNvPr>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dirty="0">
                <a:solidFill>
                  <a:srgbClr val="FDAB2E"/>
                </a:solidFill>
                <a:latin typeface="Plus Jakarta Sans ExtraBold"/>
                <a:ea typeface="Plus Jakarta Sans ExtraBold"/>
                <a:cs typeface="Plus Jakarta Sans ExtraBold"/>
                <a:sym typeface="Plus Jakarta Sans ExtraBold"/>
              </a:rPr>
              <a:t>01</a:t>
            </a:r>
            <a:endParaRPr sz="13000" dirty="0">
              <a:solidFill>
                <a:srgbClr val="FDAB2E"/>
              </a:solidFill>
              <a:latin typeface="Plus Jakarta Sans ExtraBold"/>
              <a:ea typeface="Plus Jakarta Sans ExtraBold"/>
              <a:cs typeface="Plus Jakarta Sans ExtraBold"/>
              <a:sym typeface="Plus Jakarta Sans ExtraBold"/>
            </a:endParaRPr>
          </a:p>
        </p:txBody>
      </p:sp>
      <p:sp>
        <p:nvSpPr>
          <p:cNvPr id="236" name="Google Shape;236;p37">
            <a:extLst>
              <a:ext uri="{FF2B5EF4-FFF2-40B4-BE49-F238E27FC236}">
                <a16:creationId xmlns:a16="http://schemas.microsoft.com/office/drawing/2014/main" id="{4396A71E-10AA-432B-2844-7037FED9ADB4}"/>
              </a:ext>
            </a:extLst>
          </p:cNvPr>
          <p:cNvSpPr txBox="1"/>
          <p:nvPr/>
        </p:nvSpPr>
        <p:spPr>
          <a:xfrm>
            <a:off x="634450" y="3109526"/>
            <a:ext cx="7487150" cy="840300"/>
          </a:xfrm>
          <a:prstGeom prst="rect">
            <a:avLst/>
          </a:prstGeom>
          <a:noFill/>
          <a:ln>
            <a:noFill/>
          </a:ln>
        </p:spPr>
        <p:txBody>
          <a:bodyPr spcFirstLastPara="1" wrap="square" lIns="91425" tIns="91425" rIns="91425" bIns="91425" anchor="t" anchorCtr="0">
            <a:noAutofit/>
          </a:bodyPr>
          <a:lstStyle/>
          <a:p>
            <a:pPr lvl="0"/>
            <a:r>
              <a:rPr lang="es-MX" sz="4800" dirty="0">
                <a:solidFill>
                  <a:srgbClr val="F8F2E8"/>
                </a:solidFill>
                <a:latin typeface="Plus Jakarta Sans ExtraBold"/>
                <a:ea typeface="Plus Jakarta Sans ExtraBold"/>
                <a:cs typeface="Plus Jakarta Sans ExtraBold"/>
                <a:sym typeface="Plus Jakarta Sans ExtraBold"/>
              </a:rPr>
              <a:t>Modelos de audio. TTS y STT</a:t>
            </a:r>
            <a:endParaRPr sz="4800" dirty="0">
              <a:solidFill>
                <a:srgbClr val="F8F2E8"/>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319686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9DA68EDF-F0EB-C9C1-8A86-D83C3583A46D}"/>
            </a:ext>
          </a:extLst>
        </p:cNvPr>
        <p:cNvGrpSpPr/>
        <p:nvPr/>
      </p:nvGrpSpPr>
      <p:grpSpPr>
        <a:xfrm>
          <a:off x="0" y="0"/>
          <a:ext cx="0" cy="0"/>
          <a:chOff x="0" y="0"/>
          <a:chExt cx="0" cy="0"/>
        </a:xfrm>
      </p:grpSpPr>
      <p:sp>
        <p:nvSpPr>
          <p:cNvPr id="241" name="Google Shape;241;p38">
            <a:extLst>
              <a:ext uri="{FF2B5EF4-FFF2-40B4-BE49-F238E27FC236}">
                <a16:creationId xmlns:a16="http://schemas.microsoft.com/office/drawing/2014/main" id="{231367E1-2D17-B70D-48FD-A43B6C5C1A02}"/>
              </a:ext>
            </a:extLst>
          </p:cNvPr>
          <p:cNvSpPr txBox="1"/>
          <p:nvPr/>
        </p:nvSpPr>
        <p:spPr>
          <a:xfrm>
            <a:off x="739075" y="3273425"/>
            <a:ext cx="7815600" cy="2269500"/>
          </a:xfrm>
          <a:prstGeom prst="rect">
            <a:avLst/>
          </a:prstGeom>
          <a:noFill/>
          <a:ln>
            <a:noFill/>
          </a:ln>
        </p:spPr>
        <p:txBody>
          <a:bodyPr spcFirstLastPara="1" wrap="square" lIns="91425" tIns="91425" rIns="91425" bIns="91425" anchor="t" anchorCtr="0">
            <a:noAutofit/>
          </a:bodyPr>
          <a:lstStyle/>
          <a:p>
            <a:r>
              <a:rPr lang="es-MX" sz="1200" dirty="0"/>
              <a:t>Explora aplicaciones reales que integran reconocimiento de imagen, análisis de voz y generación de resúmenes multimedia. Abarca el diseño de flujos (</a:t>
            </a:r>
            <a:r>
              <a:rPr lang="es-MX" sz="1200" dirty="0" err="1"/>
              <a:t>Make</a:t>
            </a:r>
            <a:r>
              <a:rPr lang="es-MX" sz="1200" dirty="0"/>
              <a:t> y n8n), manejo de </a:t>
            </a:r>
            <a:r>
              <a:rPr lang="es-MX" sz="1200" dirty="0" err="1"/>
              <a:t>embeddings</a:t>
            </a:r>
            <a:r>
              <a:rPr lang="es-MX" sz="1200" dirty="0"/>
              <a:t> y </a:t>
            </a:r>
            <a:r>
              <a:rPr lang="es-MX" sz="1200" dirty="0" err="1"/>
              <a:t>chunking</a:t>
            </a:r>
            <a:r>
              <a:rPr lang="es-MX" sz="1200" dirty="0"/>
              <a:t>, políticas de </a:t>
            </a:r>
            <a:r>
              <a:rPr lang="es-MX" sz="1200" dirty="0" err="1"/>
              <a:t>fallback</a:t>
            </a:r>
            <a:r>
              <a:rPr lang="es-MX" sz="1200" dirty="0"/>
              <a:t> y métricas automatizadas, siempre priorizando la protección de datos sensibles y el cumplimiento regulatorio.</a:t>
            </a:r>
          </a:p>
        </p:txBody>
      </p:sp>
      <p:sp>
        <p:nvSpPr>
          <p:cNvPr id="242" name="Google Shape;242;p38">
            <a:extLst>
              <a:ext uri="{FF2B5EF4-FFF2-40B4-BE49-F238E27FC236}">
                <a16:creationId xmlns:a16="http://schemas.microsoft.com/office/drawing/2014/main" id="{570EBEEF-3B0E-CFF4-56B0-3FF92851D7D7}"/>
              </a:ext>
            </a:extLst>
          </p:cNvPr>
          <p:cNvSpPr txBox="1"/>
          <p:nvPr/>
        </p:nvSpPr>
        <p:spPr>
          <a:xfrm>
            <a:off x="602400" y="659600"/>
            <a:ext cx="7952275"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a:solidFill>
                  <a:srgbClr val="FF632B"/>
                </a:solidFill>
                <a:latin typeface="Plus Jakarta Sans ExtraBold"/>
                <a:ea typeface="Plus Jakarta Sans ExtraBold"/>
                <a:cs typeface="Plus Jakarta Sans ExtraBold"/>
                <a:sym typeface="Plus Jakarta Sans ExtraBold"/>
              </a:rPr>
              <a:t>Casos de aplicación multimodal en entornos biomédicos</a:t>
            </a:r>
            <a:endParaRPr sz="4800" dirty="0">
              <a:solidFill>
                <a:srgbClr val="FF632B"/>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14856315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34">
          <a:extLst>
            <a:ext uri="{FF2B5EF4-FFF2-40B4-BE49-F238E27FC236}">
              <a16:creationId xmlns:a16="http://schemas.microsoft.com/office/drawing/2014/main" id="{313DF7D4-B74F-333B-8A08-2D66F22D93EC}"/>
            </a:ext>
          </a:extLst>
        </p:cNvPr>
        <p:cNvGrpSpPr/>
        <p:nvPr/>
      </p:nvGrpSpPr>
      <p:grpSpPr>
        <a:xfrm>
          <a:off x="0" y="0"/>
          <a:ext cx="0" cy="0"/>
          <a:chOff x="0" y="0"/>
          <a:chExt cx="0" cy="0"/>
        </a:xfrm>
      </p:grpSpPr>
      <p:sp>
        <p:nvSpPr>
          <p:cNvPr id="235" name="Google Shape;235;p37">
            <a:extLst>
              <a:ext uri="{FF2B5EF4-FFF2-40B4-BE49-F238E27FC236}">
                <a16:creationId xmlns:a16="http://schemas.microsoft.com/office/drawing/2014/main" id="{5A5F5CFE-3DF1-C544-529C-AB910EA3B5A0}"/>
              </a:ext>
            </a:extLst>
          </p:cNvPr>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dirty="0">
                <a:solidFill>
                  <a:srgbClr val="FDAB2E"/>
                </a:solidFill>
                <a:latin typeface="Plus Jakarta Sans ExtraBold"/>
                <a:ea typeface="Plus Jakarta Sans ExtraBold"/>
                <a:cs typeface="Plus Jakarta Sans ExtraBold"/>
                <a:sym typeface="Plus Jakarta Sans ExtraBold"/>
              </a:rPr>
              <a:t>02</a:t>
            </a:r>
            <a:endParaRPr sz="13000" dirty="0">
              <a:solidFill>
                <a:srgbClr val="FDAB2E"/>
              </a:solidFill>
              <a:latin typeface="Plus Jakarta Sans ExtraBold"/>
              <a:ea typeface="Plus Jakarta Sans ExtraBold"/>
              <a:cs typeface="Plus Jakarta Sans ExtraBold"/>
              <a:sym typeface="Plus Jakarta Sans ExtraBold"/>
            </a:endParaRPr>
          </a:p>
        </p:txBody>
      </p:sp>
      <p:sp>
        <p:nvSpPr>
          <p:cNvPr id="236" name="Google Shape;236;p37">
            <a:extLst>
              <a:ext uri="{FF2B5EF4-FFF2-40B4-BE49-F238E27FC236}">
                <a16:creationId xmlns:a16="http://schemas.microsoft.com/office/drawing/2014/main" id="{258E7AD0-BD0B-C213-1F0C-52469AA5C631}"/>
              </a:ext>
            </a:extLst>
          </p:cNvPr>
          <p:cNvSpPr txBox="1"/>
          <p:nvPr/>
        </p:nvSpPr>
        <p:spPr>
          <a:xfrm>
            <a:off x="634450" y="3109526"/>
            <a:ext cx="7487150" cy="840300"/>
          </a:xfrm>
          <a:prstGeom prst="rect">
            <a:avLst/>
          </a:prstGeom>
          <a:noFill/>
          <a:ln>
            <a:noFill/>
          </a:ln>
        </p:spPr>
        <p:txBody>
          <a:bodyPr spcFirstLastPara="1" wrap="square" lIns="91425" tIns="91425" rIns="91425" bIns="91425" anchor="t" anchorCtr="0">
            <a:noAutofit/>
          </a:bodyPr>
          <a:lstStyle/>
          <a:p>
            <a:pPr lvl="0"/>
            <a:r>
              <a:rPr lang="es-MX" sz="4800" dirty="0">
                <a:solidFill>
                  <a:srgbClr val="F8F2E8"/>
                </a:solidFill>
                <a:latin typeface="Plus Jakarta Sans ExtraBold"/>
                <a:ea typeface="Plus Jakarta Sans ExtraBold"/>
                <a:cs typeface="Plus Jakarta Sans ExtraBold"/>
                <a:sym typeface="Plus Jakarta Sans ExtraBold"/>
              </a:rPr>
              <a:t>Introducción</a:t>
            </a:r>
            <a:endParaRPr sz="4800" dirty="0">
              <a:solidFill>
                <a:srgbClr val="F8F2E8"/>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23323247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C335B30B-9E15-FEF3-5FDD-FAB92311E149}"/>
            </a:ext>
          </a:extLst>
        </p:cNvPr>
        <p:cNvGrpSpPr/>
        <p:nvPr/>
      </p:nvGrpSpPr>
      <p:grpSpPr>
        <a:xfrm>
          <a:off x="0" y="0"/>
          <a:ext cx="0" cy="0"/>
          <a:chOff x="0" y="0"/>
          <a:chExt cx="0" cy="0"/>
        </a:xfrm>
      </p:grpSpPr>
      <p:sp>
        <p:nvSpPr>
          <p:cNvPr id="241" name="Google Shape;241;p38">
            <a:extLst>
              <a:ext uri="{FF2B5EF4-FFF2-40B4-BE49-F238E27FC236}">
                <a16:creationId xmlns:a16="http://schemas.microsoft.com/office/drawing/2014/main" id="{384D870A-78E8-95C9-7A0D-05A6C6CF21FF}"/>
              </a:ext>
            </a:extLst>
          </p:cNvPr>
          <p:cNvSpPr txBox="1"/>
          <p:nvPr/>
        </p:nvSpPr>
        <p:spPr>
          <a:xfrm>
            <a:off x="739075" y="2508851"/>
            <a:ext cx="7815600" cy="2269500"/>
          </a:xfrm>
          <a:prstGeom prst="rect">
            <a:avLst/>
          </a:prstGeom>
          <a:noFill/>
          <a:ln>
            <a:noFill/>
          </a:ln>
        </p:spPr>
        <p:txBody>
          <a:bodyPr spcFirstLastPara="1" wrap="square" lIns="91425" tIns="91425" rIns="91425" bIns="91425" anchor="t" anchorCtr="0">
            <a:noAutofit/>
          </a:bodyPr>
          <a:lstStyle/>
          <a:p>
            <a:r>
              <a:rPr lang="es-MX" sz="1200" dirty="0"/>
              <a:t>La interacción por voz es la forma más natural de comunicación. Hoy es posible transformar audio en texto, procesarlo y devolver una respuesta hablada en segundos, pasando de interfaces de pantalla y teclado a experiencias conversacionales completas y más humanas.</a:t>
            </a:r>
          </a:p>
        </p:txBody>
      </p:sp>
      <p:sp>
        <p:nvSpPr>
          <p:cNvPr id="242" name="Google Shape;242;p38">
            <a:extLst>
              <a:ext uri="{FF2B5EF4-FFF2-40B4-BE49-F238E27FC236}">
                <a16:creationId xmlns:a16="http://schemas.microsoft.com/office/drawing/2014/main" id="{6E02E4D5-FEF5-07CB-164E-BA958E6CAEFE}"/>
              </a:ext>
            </a:extLst>
          </p:cNvPr>
          <p:cNvSpPr txBox="1"/>
          <p:nvPr/>
        </p:nvSpPr>
        <p:spPr>
          <a:xfrm>
            <a:off x="602400" y="659600"/>
            <a:ext cx="7952275"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a:solidFill>
                  <a:srgbClr val="FF632B"/>
                </a:solidFill>
                <a:latin typeface="Plus Jakarta Sans ExtraBold"/>
                <a:ea typeface="Plus Jakarta Sans ExtraBold"/>
                <a:cs typeface="Plus Jakarta Sans ExtraBold"/>
                <a:sym typeface="Plus Jakarta Sans ExtraBold"/>
              </a:rPr>
              <a:t>Hacia una comunicación más natural con la IA</a:t>
            </a:r>
            <a:endParaRPr sz="4800" dirty="0">
              <a:solidFill>
                <a:srgbClr val="FF632B"/>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25732332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4">
          <a:extLst>
            <a:ext uri="{FF2B5EF4-FFF2-40B4-BE49-F238E27FC236}">
              <a16:creationId xmlns:a16="http://schemas.microsoft.com/office/drawing/2014/main" id="{F4172795-9A0A-8F1D-B1CB-7ADECDB6705F}"/>
            </a:ext>
          </a:extLst>
        </p:cNvPr>
        <p:cNvGrpSpPr/>
        <p:nvPr/>
      </p:nvGrpSpPr>
      <p:grpSpPr>
        <a:xfrm>
          <a:off x="0" y="0"/>
          <a:ext cx="0" cy="0"/>
          <a:chOff x="0" y="0"/>
          <a:chExt cx="0" cy="0"/>
        </a:xfrm>
      </p:grpSpPr>
      <p:sp>
        <p:nvSpPr>
          <p:cNvPr id="235" name="Google Shape;235;p37">
            <a:extLst>
              <a:ext uri="{FF2B5EF4-FFF2-40B4-BE49-F238E27FC236}">
                <a16:creationId xmlns:a16="http://schemas.microsoft.com/office/drawing/2014/main" id="{D2D739AD-9478-BAF8-5E8C-0291A7053B48}"/>
              </a:ext>
            </a:extLst>
          </p:cNvPr>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dirty="0">
                <a:solidFill>
                  <a:srgbClr val="FDAB2E"/>
                </a:solidFill>
                <a:latin typeface="Plus Jakarta Sans ExtraBold"/>
                <a:ea typeface="Plus Jakarta Sans ExtraBold"/>
                <a:cs typeface="Plus Jakarta Sans ExtraBold"/>
                <a:sym typeface="Plus Jakarta Sans ExtraBold"/>
              </a:rPr>
              <a:t>03</a:t>
            </a:r>
            <a:endParaRPr sz="13000" dirty="0">
              <a:solidFill>
                <a:srgbClr val="FDAB2E"/>
              </a:solidFill>
              <a:latin typeface="Plus Jakarta Sans ExtraBold"/>
              <a:ea typeface="Plus Jakarta Sans ExtraBold"/>
              <a:cs typeface="Plus Jakarta Sans ExtraBold"/>
              <a:sym typeface="Plus Jakarta Sans ExtraBold"/>
            </a:endParaRPr>
          </a:p>
        </p:txBody>
      </p:sp>
      <p:sp>
        <p:nvSpPr>
          <p:cNvPr id="236" name="Google Shape;236;p37">
            <a:extLst>
              <a:ext uri="{FF2B5EF4-FFF2-40B4-BE49-F238E27FC236}">
                <a16:creationId xmlns:a16="http://schemas.microsoft.com/office/drawing/2014/main" id="{D18D6338-A27D-FA90-0C43-8F4321571EDF}"/>
              </a:ext>
            </a:extLst>
          </p:cNvPr>
          <p:cNvSpPr txBox="1"/>
          <p:nvPr/>
        </p:nvSpPr>
        <p:spPr>
          <a:xfrm>
            <a:off x="634450" y="3109526"/>
            <a:ext cx="7487150" cy="840300"/>
          </a:xfrm>
          <a:prstGeom prst="rect">
            <a:avLst/>
          </a:prstGeom>
          <a:noFill/>
          <a:ln>
            <a:noFill/>
          </a:ln>
        </p:spPr>
        <p:txBody>
          <a:bodyPr spcFirstLastPara="1" wrap="square" lIns="91425" tIns="91425" rIns="91425" bIns="91425" anchor="t" anchorCtr="0">
            <a:noAutofit/>
          </a:bodyPr>
          <a:lstStyle/>
          <a:p>
            <a:pPr lvl="0"/>
            <a:r>
              <a:rPr lang="es-MX" sz="4800" dirty="0">
                <a:solidFill>
                  <a:srgbClr val="F8F2E8"/>
                </a:solidFill>
                <a:latin typeface="Plus Jakarta Sans ExtraBold"/>
                <a:ea typeface="Plus Jakarta Sans ExtraBold"/>
                <a:cs typeface="Plus Jakarta Sans ExtraBold"/>
                <a:sym typeface="Plus Jakarta Sans ExtraBold"/>
              </a:rPr>
              <a:t>Relevancia Clínica y Biotecnológica</a:t>
            </a:r>
            <a:endParaRPr sz="4800" dirty="0">
              <a:solidFill>
                <a:srgbClr val="F8F2E8"/>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21687748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C980B060-4E12-7353-72D0-339EAD358C91}"/>
            </a:ext>
          </a:extLst>
        </p:cNvPr>
        <p:cNvGrpSpPr/>
        <p:nvPr/>
      </p:nvGrpSpPr>
      <p:grpSpPr>
        <a:xfrm>
          <a:off x="0" y="0"/>
          <a:ext cx="0" cy="0"/>
          <a:chOff x="0" y="0"/>
          <a:chExt cx="0" cy="0"/>
        </a:xfrm>
      </p:grpSpPr>
      <p:sp>
        <p:nvSpPr>
          <p:cNvPr id="241" name="Google Shape;241;p38">
            <a:extLst>
              <a:ext uri="{FF2B5EF4-FFF2-40B4-BE49-F238E27FC236}">
                <a16:creationId xmlns:a16="http://schemas.microsoft.com/office/drawing/2014/main" id="{B09AB055-D1DA-B2CB-6634-7F0D79422D76}"/>
              </a:ext>
            </a:extLst>
          </p:cNvPr>
          <p:cNvSpPr txBox="1"/>
          <p:nvPr/>
        </p:nvSpPr>
        <p:spPr>
          <a:xfrm>
            <a:off x="739075" y="3273425"/>
            <a:ext cx="7815600" cy="2269500"/>
          </a:xfrm>
          <a:prstGeom prst="rect">
            <a:avLst/>
          </a:prstGeom>
          <a:noFill/>
          <a:ln>
            <a:noFill/>
          </a:ln>
        </p:spPr>
        <p:txBody>
          <a:bodyPr spcFirstLastPara="1" wrap="square" lIns="91425" tIns="91425" rIns="91425" bIns="91425" anchor="t" anchorCtr="0">
            <a:noAutofit/>
          </a:bodyPr>
          <a:lstStyle/>
          <a:p>
            <a:r>
              <a:rPr lang="es-MX" sz="1200" dirty="0"/>
              <a:t>Comprender las tecnologías STT y TTS, así como su integración con modelos de lenguaje, es clave para diseñar asistentes conversacionales y sistemas de atención automatizada que aporten valor real en hospitales, laboratorios y atención al paciente.</a:t>
            </a:r>
          </a:p>
        </p:txBody>
      </p:sp>
      <p:sp>
        <p:nvSpPr>
          <p:cNvPr id="242" name="Google Shape;242;p38">
            <a:extLst>
              <a:ext uri="{FF2B5EF4-FFF2-40B4-BE49-F238E27FC236}">
                <a16:creationId xmlns:a16="http://schemas.microsoft.com/office/drawing/2014/main" id="{C4BBAEA6-CB50-F101-6925-4ABBD7DDE138}"/>
              </a:ext>
            </a:extLst>
          </p:cNvPr>
          <p:cNvSpPr txBox="1"/>
          <p:nvPr/>
        </p:nvSpPr>
        <p:spPr>
          <a:xfrm>
            <a:off x="602400" y="659600"/>
            <a:ext cx="7952275"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a:solidFill>
                  <a:srgbClr val="FF632B"/>
                </a:solidFill>
                <a:latin typeface="Plus Jakarta Sans ExtraBold"/>
                <a:ea typeface="Plus Jakarta Sans ExtraBold"/>
                <a:cs typeface="Plus Jakarta Sans ExtraBold"/>
                <a:sym typeface="Plus Jakarta Sans ExtraBold"/>
              </a:rPr>
              <a:t>Diseñando soluciones multimodales para la salud</a:t>
            </a:r>
            <a:endParaRPr sz="4800" dirty="0">
              <a:solidFill>
                <a:srgbClr val="FF632B"/>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14440792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4">
          <a:extLst>
            <a:ext uri="{FF2B5EF4-FFF2-40B4-BE49-F238E27FC236}">
              <a16:creationId xmlns:a16="http://schemas.microsoft.com/office/drawing/2014/main" id="{EB3B9FB6-44B0-5B83-E3C2-97B7F295C0FB}"/>
            </a:ext>
          </a:extLst>
        </p:cNvPr>
        <p:cNvGrpSpPr/>
        <p:nvPr/>
      </p:nvGrpSpPr>
      <p:grpSpPr>
        <a:xfrm>
          <a:off x="0" y="0"/>
          <a:ext cx="0" cy="0"/>
          <a:chOff x="0" y="0"/>
          <a:chExt cx="0" cy="0"/>
        </a:xfrm>
      </p:grpSpPr>
      <p:sp>
        <p:nvSpPr>
          <p:cNvPr id="235" name="Google Shape;235;p37">
            <a:extLst>
              <a:ext uri="{FF2B5EF4-FFF2-40B4-BE49-F238E27FC236}">
                <a16:creationId xmlns:a16="http://schemas.microsoft.com/office/drawing/2014/main" id="{8672A58B-4DAE-64D3-E73B-B8550ED92071}"/>
              </a:ext>
            </a:extLst>
          </p:cNvPr>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dirty="0">
                <a:solidFill>
                  <a:srgbClr val="FDAB2E"/>
                </a:solidFill>
                <a:latin typeface="Plus Jakarta Sans ExtraBold"/>
                <a:ea typeface="Plus Jakarta Sans ExtraBold"/>
                <a:cs typeface="Plus Jakarta Sans ExtraBold"/>
                <a:sym typeface="Plus Jakarta Sans ExtraBold"/>
              </a:rPr>
              <a:t>04</a:t>
            </a:r>
            <a:endParaRPr sz="13000" dirty="0">
              <a:solidFill>
                <a:srgbClr val="FDAB2E"/>
              </a:solidFill>
              <a:latin typeface="Plus Jakarta Sans ExtraBold"/>
              <a:ea typeface="Plus Jakarta Sans ExtraBold"/>
              <a:cs typeface="Plus Jakarta Sans ExtraBold"/>
              <a:sym typeface="Plus Jakarta Sans ExtraBold"/>
            </a:endParaRPr>
          </a:p>
        </p:txBody>
      </p:sp>
      <p:sp>
        <p:nvSpPr>
          <p:cNvPr id="236" name="Google Shape;236;p37">
            <a:extLst>
              <a:ext uri="{FF2B5EF4-FFF2-40B4-BE49-F238E27FC236}">
                <a16:creationId xmlns:a16="http://schemas.microsoft.com/office/drawing/2014/main" id="{F2402BA7-49C6-E9FE-E52F-11671A42E589}"/>
              </a:ext>
            </a:extLst>
          </p:cNvPr>
          <p:cNvSpPr txBox="1"/>
          <p:nvPr/>
        </p:nvSpPr>
        <p:spPr>
          <a:xfrm>
            <a:off x="634450" y="3109526"/>
            <a:ext cx="7487150" cy="840300"/>
          </a:xfrm>
          <a:prstGeom prst="rect">
            <a:avLst/>
          </a:prstGeom>
          <a:noFill/>
          <a:ln>
            <a:noFill/>
          </a:ln>
        </p:spPr>
        <p:txBody>
          <a:bodyPr spcFirstLastPara="1" wrap="square" lIns="91425" tIns="91425" rIns="91425" bIns="91425" anchor="t" anchorCtr="0">
            <a:noAutofit/>
          </a:bodyPr>
          <a:lstStyle/>
          <a:p>
            <a:pPr lvl="0"/>
            <a:r>
              <a:rPr lang="es-MX" sz="4800" dirty="0">
                <a:solidFill>
                  <a:srgbClr val="F8F2E8"/>
                </a:solidFill>
                <a:latin typeface="Plus Jakarta Sans ExtraBold"/>
                <a:ea typeface="Plus Jakarta Sans ExtraBold"/>
                <a:cs typeface="Plus Jakarta Sans ExtraBold"/>
                <a:sym typeface="Plus Jakarta Sans ExtraBold"/>
              </a:rPr>
              <a:t>Speech </a:t>
            </a:r>
            <a:r>
              <a:rPr lang="es-MX" sz="4800" dirty="0" err="1">
                <a:solidFill>
                  <a:srgbClr val="F8F2E8"/>
                </a:solidFill>
                <a:latin typeface="Plus Jakarta Sans ExtraBold"/>
                <a:ea typeface="Plus Jakarta Sans ExtraBold"/>
                <a:cs typeface="Plus Jakarta Sans ExtraBold"/>
                <a:sym typeface="Plus Jakarta Sans ExtraBold"/>
              </a:rPr>
              <a:t>To</a:t>
            </a:r>
            <a:r>
              <a:rPr lang="es-MX" sz="4800" dirty="0">
                <a:solidFill>
                  <a:srgbClr val="F8F2E8"/>
                </a:solidFill>
                <a:latin typeface="Plus Jakarta Sans ExtraBold"/>
                <a:ea typeface="Plus Jakarta Sans ExtraBold"/>
                <a:cs typeface="Plus Jakarta Sans ExtraBold"/>
                <a:sym typeface="Plus Jakarta Sans ExtraBold"/>
              </a:rPr>
              <a:t> Text (STT)</a:t>
            </a:r>
            <a:endParaRPr sz="4800" dirty="0">
              <a:solidFill>
                <a:srgbClr val="F8F2E8"/>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3143670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FCFBCA5C-60D4-DC2B-F7B1-35D4251228BD}"/>
            </a:ext>
          </a:extLst>
        </p:cNvPr>
        <p:cNvGrpSpPr/>
        <p:nvPr/>
      </p:nvGrpSpPr>
      <p:grpSpPr>
        <a:xfrm>
          <a:off x="0" y="0"/>
          <a:ext cx="0" cy="0"/>
          <a:chOff x="0" y="0"/>
          <a:chExt cx="0" cy="0"/>
        </a:xfrm>
      </p:grpSpPr>
      <p:sp>
        <p:nvSpPr>
          <p:cNvPr id="241" name="Google Shape;241;p38">
            <a:extLst>
              <a:ext uri="{FF2B5EF4-FFF2-40B4-BE49-F238E27FC236}">
                <a16:creationId xmlns:a16="http://schemas.microsoft.com/office/drawing/2014/main" id="{0C34E1D7-179C-504F-0E26-D045F4A91C5E}"/>
              </a:ext>
            </a:extLst>
          </p:cNvPr>
          <p:cNvSpPr txBox="1"/>
          <p:nvPr/>
        </p:nvSpPr>
        <p:spPr>
          <a:xfrm>
            <a:off x="670737" y="2632625"/>
            <a:ext cx="7815600" cy="2269500"/>
          </a:xfrm>
          <a:prstGeom prst="rect">
            <a:avLst/>
          </a:prstGeom>
          <a:noFill/>
          <a:ln>
            <a:noFill/>
          </a:ln>
        </p:spPr>
        <p:txBody>
          <a:bodyPr spcFirstLastPara="1" wrap="square" lIns="91425" tIns="91425" rIns="91425" bIns="91425" anchor="t" anchorCtr="0">
            <a:noAutofit/>
          </a:bodyPr>
          <a:lstStyle/>
          <a:p>
            <a:r>
              <a:rPr lang="es-MX" sz="1200" dirty="0"/>
              <a:t>El STT recibe una señal de audio e identifica los sonidos para transformarlos en palabras escritas. Permite transcribir consultas médicas, subtitular videos o registrar dictados clínicos. Modelos como Whisper (</a:t>
            </a:r>
            <a:r>
              <a:rPr lang="es-MX" sz="1200" dirty="0" err="1"/>
              <a:t>OpenAI</a:t>
            </a:r>
            <a:r>
              <a:rPr lang="es-MX" sz="1200" dirty="0"/>
              <a:t>) destacan por manejar distintos idiomas, acentos y tolerar ruido de fondo en entornos reales.</a:t>
            </a:r>
          </a:p>
        </p:txBody>
      </p:sp>
      <p:sp>
        <p:nvSpPr>
          <p:cNvPr id="242" name="Google Shape;242;p38">
            <a:extLst>
              <a:ext uri="{FF2B5EF4-FFF2-40B4-BE49-F238E27FC236}">
                <a16:creationId xmlns:a16="http://schemas.microsoft.com/office/drawing/2014/main" id="{547FC32E-9BFB-40AA-95C7-43C0DFB77B1E}"/>
              </a:ext>
            </a:extLst>
          </p:cNvPr>
          <p:cNvSpPr txBox="1"/>
          <p:nvPr/>
        </p:nvSpPr>
        <p:spPr>
          <a:xfrm>
            <a:off x="602400" y="659600"/>
            <a:ext cx="7952275"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a:solidFill>
                  <a:srgbClr val="FF632B"/>
                </a:solidFill>
                <a:latin typeface="Plus Jakarta Sans ExtraBold"/>
                <a:ea typeface="Plus Jakarta Sans ExtraBold"/>
                <a:cs typeface="Plus Jakarta Sans ExtraBold"/>
                <a:sym typeface="Plus Jakarta Sans ExtraBold"/>
              </a:rPr>
              <a:t>Transformando la voz en texto automáticamente</a:t>
            </a:r>
            <a:endParaRPr sz="4800" dirty="0">
              <a:solidFill>
                <a:srgbClr val="FF632B"/>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26894719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4">
          <a:extLst>
            <a:ext uri="{FF2B5EF4-FFF2-40B4-BE49-F238E27FC236}">
              <a16:creationId xmlns:a16="http://schemas.microsoft.com/office/drawing/2014/main" id="{EC922F8D-41AF-5151-75FF-20056B5B32EF}"/>
            </a:ext>
          </a:extLst>
        </p:cNvPr>
        <p:cNvGrpSpPr/>
        <p:nvPr/>
      </p:nvGrpSpPr>
      <p:grpSpPr>
        <a:xfrm>
          <a:off x="0" y="0"/>
          <a:ext cx="0" cy="0"/>
          <a:chOff x="0" y="0"/>
          <a:chExt cx="0" cy="0"/>
        </a:xfrm>
      </p:grpSpPr>
      <p:sp>
        <p:nvSpPr>
          <p:cNvPr id="235" name="Google Shape;235;p37">
            <a:extLst>
              <a:ext uri="{FF2B5EF4-FFF2-40B4-BE49-F238E27FC236}">
                <a16:creationId xmlns:a16="http://schemas.microsoft.com/office/drawing/2014/main" id="{FE06BC73-3DB1-27EA-046E-6BF286EB2308}"/>
              </a:ext>
            </a:extLst>
          </p:cNvPr>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dirty="0">
                <a:solidFill>
                  <a:srgbClr val="FDAB2E"/>
                </a:solidFill>
                <a:latin typeface="Plus Jakarta Sans ExtraBold"/>
                <a:ea typeface="Plus Jakarta Sans ExtraBold"/>
                <a:cs typeface="Plus Jakarta Sans ExtraBold"/>
                <a:sym typeface="Plus Jakarta Sans ExtraBold"/>
              </a:rPr>
              <a:t>05</a:t>
            </a:r>
            <a:endParaRPr sz="13000" dirty="0">
              <a:solidFill>
                <a:srgbClr val="FDAB2E"/>
              </a:solidFill>
              <a:latin typeface="Plus Jakarta Sans ExtraBold"/>
              <a:ea typeface="Plus Jakarta Sans ExtraBold"/>
              <a:cs typeface="Plus Jakarta Sans ExtraBold"/>
              <a:sym typeface="Plus Jakarta Sans ExtraBold"/>
            </a:endParaRPr>
          </a:p>
        </p:txBody>
      </p:sp>
      <p:sp>
        <p:nvSpPr>
          <p:cNvPr id="236" name="Google Shape;236;p37">
            <a:extLst>
              <a:ext uri="{FF2B5EF4-FFF2-40B4-BE49-F238E27FC236}">
                <a16:creationId xmlns:a16="http://schemas.microsoft.com/office/drawing/2014/main" id="{919C2E9B-FC36-6476-41C6-A96DE702D809}"/>
              </a:ext>
            </a:extLst>
          </p:cNvPr>
          <p:cNvSpPr txBox="1"/>
          <p:nvPr/>
        </p:nvSpPr>
        <p:spPr>
          <a:xfrm>
            <a:off x="634450" y="3109526"/>
            <a:ext cx="7487150" cy="840300"/>
          </a:xfrm>
          <a:prstGeom prst="rect">
            <a:avLst/>
          </a:prstGeom>
          <a:noFill/>
          <a:ln>
            <a:noFill/>
          </a:ln>
        </p:spPr>
        <p:txBody>
          <a:bodyPr spcFirstLastPara="1" wrap="square" lIns="91425" tIns="91425" rIns="91425" bIns="91425" anchor="t" anchorCtr="0">
            <a:noAutofit/>
          </a:bodyPr>
          <a:lstStyle/>
          <a:p>
            <a:pPr lvl="0"/>
            <a:r>
              <a:rPr lang="es-MX" sz="4800" dirty="0">
                <a:solidFill>
                  <a:srgbClr val="F8F2E8"/>
                </a:solidFill>
                <a:latin typeface="Plus Jakarta Sans ExtraBold"/>
                <a:ea typeface="Plus Jakarta Sans ExtraBold"/>
                <a:cs typeface="Plus Jakarta Sans ExtraBold"/>
                <a:sym typeface="Plus Jakarta Sans ExtraBold"/>
              </a:rPr>
              <a:t>Text </a:t>
            </a:r>
            <a:r>
              <a:rPr lang="es-MX" sz="4800" dirty="0" err="1">
                <a:solidFill>
                  <a:srgbClr val="F8F2E8"/>
                </a:solidFill>
                <a:latin typeface="Plus Jakarta Sans ExtraBold"/>
                <a:ea typeface="Plus Jakarta Sans ExtraBold"/>
                <a:cs typeface="Plus Jakarta Sans ExtraBold"/>
                <a:sym typeface="Plus Jakarta Sans ExtraBold"/>
              </a:rPr>
              <a:t>To</a:t>
            </a:r>
            <a:r>
              <a:rPr lang="es-MX" sz="4800" dirty="0">
                <a:solidFill>
                  <a:srgbClr val="F8F2E8"/>
                </a:solidFill>
                <a:latin typeface="Plus Jakarta Sans ExtraBold"/>
                <a:ea typeface="Plus Jakarta Sans ExtraBold"/>
                <a:cs typeface="Plus Jakarta Sans ExtraBold"/>
                <a:sym typeface="Plus Jakarta Sans ExtraBold"/>
              </a:rPr>
              <a:t> Speech (TTS)</a:t>
            </a:r>
            <a:endParaRPr sz="4800" dirty="0">
              <a:solidFill>
                <a:srgbClr val="F8F2E8"/>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24342282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C0099B7B-968B-D090-FDAF-D51B929BCAF5}"/>
            </a:ext>
          </a:extLst>
        </p:cNvPr>
        <p:cNvGrpSpPr/>
        <p:nvPr/>
      </p:nvGrpSpPr>
      <p:grpSpPr>
        <a:xfrm>
          <a:off x="0" y="0"/>
          <a:ext cx="0" cy="0"/>
          <a:chOff x="0" y="0"/>
          <a:chExt cx="0" cy="0"/>
        </a:xfrm>
      </p:grpSpPr>
      <p:sp>
        <p:nvSpPr>
          <p:cNvPr id="241" name="Google Shape;241;p38">
            <a:extLst>
              <a:ext uri="{FF2B5EF4-FFF2-40B4-BE49-F238E27FC236}">
                <a16:creationId xmlns:a16="http://schemas.microsoft.com/office/drawing/2014/main" id="{7861E335-8F7F-A44B-3638-418BA8FC8A40}"/>
              </a:ext>
            </a:extLst>
          </p:cNvPr>
          <p:cNvSpPr txBox="1"/>
          <p:nvPr/>
        </p:nvSpPr>
        <p:spPr>
          <a:xfrm>
            <a:off x="664200" y="2508851"/>
            <a:ext cx="7815600" cy="2269500"/>
          </a:xfrm>
          <a:prstGeom prst="rect">
            <a:avLst/>
          </a:prstGeom>
          <a:noFill/>
          <a:ln>
            <a:noFill/>
          </a:ln>
        </p:spPr>
        <p:txBody>
          <a:bodyPr spcFirstLastPara="1" wrap="square" lIns="91425" tIns="91425" rIns="91425" bIns="91425" anchor="t" anchorCtr="0">
            <a:noAutofit/>
          </a:bodyPr>
          <a:lstStyle/>
          <a:p>
            <a:r>
              <a:rPr lang="es-MX" sz="1200" dirty="0"/>
              <a:t>Es el proceso inverso al STT: produce audios con entonación, ritmo y pronunciación similares a la voz humana. Plataformas como </a:t>
            </a:r>
            <a:r>
              <a:rPr lang="es-MX" sz="1200" dirty="0" err="1"/>
              <a:t>ElevenLabs</a:t>
            </a:r>
            <a:r>
              <a:rPr lang="es-MX" sz="1200" dirty="0"/>
              <a:t> permiten controlar el estilo, la emoción y la velocidad, logrando un sonido tan natural que es ideal para asistentes virtuales, audiolibros y accesibilidad.</a:t>
            </a:r>
          </a:p>
        </p:txBody>
      </p:sp>
      <p:sp>
        <p:nvSpPr>
          <p:cNvPr id="242" name="Google Shape;242;p38">
            <a:extLst>
              <a:ext uri="{FF2B5EF4-FFF2-40B4-BE49-F238E27FC236}">
                <a16:creationId xmlns:a16="http://schemas.microsoft.com/office/drawing/2014/main" id="{CC40367D-C516-678A-2E3C-8E731350793D}"/>
              </a:ext>
            </a:extLst>
          </p:cNvPr>
          <p:cNvSpPr txBox="1"/>
          <p:nvPr/>
        </p:nvSpPr>
        <p:spPr>
          <a:xfrm>
            <a:off x="602400" y="659600"/>
            <a:ext cx="7952275"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a:solidFill>
                  <a:srgbClr val="FF632B"/>
                </a:solidFill>
                <a:latin typeface="Plus Jakarta Sans ExtraBold"/>
                <a:ea typeface="Plus Jakarta Sans ExtraBold"/>
                <a:cs typeface="Plus Jakarta Sans ExtraBold"/>
                <a:sym typeface="Plus Jakarta Sans ExtraBold"/>
              </a:rPr>
              <a:t>Generando voz artificial a partir de texto</a:t>
            </a:r>
            <a:endParaRPr sz="4800" dirty="0">
              <a:solidFill>
                <a:srgbClr val="FF632B"/>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30492746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4">
          <a:extLst>
            <a:ext uri="{FF2B5EF4-FFF2-40B4-BE49-F238E27FC236}">
              <a16:creationId xmlns:a16="http://schemas.microsoft.com/office/drawing/2014/main" id="{94A4FEE1-344D-F1FC-6DF1-BF0935A3C939}"/>
            </a:ext>
          </a:extLst>
        </p:cNvPr>
        <p:cNvGrpSpPr/>
        <p:nvPr/>
      </p:nvGrpSpPr>
      <p:grpSpPr>
        <a:xfrm>
          <a:off x="0" y="0"/>
          <a:ext cx="0" cy="0"/>
          <a:chOff x="0" y="0"/>
          <a:chExt cx="0" cy="0"/>
        </a:xfrm>
      </p:grpSpPr>
      <p:sp>
        <p:nvSpPr>
          <p:cNvPr id="235" name="Google Shape;235;p37">
            <a:extLst>
              <a:ext uri="{FF2B5EF4-FFF2-40B4-BE49-F238E27FC236}">
                <a16:creationId xmlns:a16="http://schemas.microsoft.com/office/drawing/2014/main" id="{305D44A5-BB3E-D839-4C8C-6913543C7776}"/>
              </a:ext>
            </a:extLst>
          </p:cNvPr>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dirty="0">
                <a:solidFill>
                  <a:srgbClr val="FDAB2E"/>
                </a:solidFill>
                <a:latin typeface="Plus Jakarta Sans ExtraBold"/>
                <a:ea typeface="Plus Jakarta Sans ExtraBold"/>
                <a:cs typeface="Plus Jakarta Sans ExtraBold"/>
                <a:sym typeface="Plus Jakarta Sans ExtraBold"/>
              </a:rPr>
              <a:t>06</a:t>
            </a:r>
            <a:endParaRPr sz="13000" dirty="0">
              <a:solidFill>
                <a:srgbClr val="FDAB2E"/>
              </a:solidFill>
              <a:latin typeface="Plus Jakarta Sans ExtraBold"/>
              <a:ea typeface="Plus Jakarta Sans ExtraBold"/>
              <a:cs typeface="Plus Jakarta Sans ExtraBold"/>
              <a:sym typeface="Plus Jakarta Sans ExtraBold"/>
            </a:endParaRPr>
          </a:p>
        </p:txBody>
      </p:sp>
      <p:sp>
        <p:nvSpPr>
          <p:cNvPr id="236" name="Google Shape;236;p37">
            <a:extLst>
              <a:ext uri="{FF2B5EF4-FFF2-40B4-BE49-F238E27FC236}">
                <a16:creationId xmlns:a16="http://schemas.microsoft.com/office/drawing/2014/main" id="{C61AB5AB-C5BC-AF06-76F6-8ADE0BAB8E4C}"/>
              </a:ext>
            </a:extLst>
          </p:cNvPr>
          <p:cNvSpPr txBox="1"/>
          <p:nvPr/>
        </p:nvSpPr>
        <p:spPr>
          <a:xfrm>
            <a:off x="634450" y="3109526"/>
            <a:ext cx="7487150" cy="840300"/>
          </a:xfrm>
          <a:prstGeom prst="rect">
            <a:avLst/>
          </a:prstGeom>
          <a:noFill/>
          <a:ln>
            <a:noFill/>
          </a:ln>
        </p:spPr>
        <p:txBody>
          <a:bodyPr spcFirstLastPara="1" wrap="square" lIns="91425" tIns="91425" rIns="91425" bIns="91425" anchor="t" anchorCtr="0">
            <a:noAutofit/>
          </a:bodyPr>
          <a:lstStyle/>
          <a:p>
            <a:pPr lvl="0"/>
            <a:r>
              <a:rPr lang="es-MX" sz="4800" dirty="0">
                <a:solidFill>
                  <a:srgbClr val="F8F2E8"/>
                </a:solidFill>
                <a:latin typeface="Plus Jakarta Sans ExtraBold"/>
                <a:ea typeface="Plus Jakarta Sans ExtraBold"/>
                <a:cs typeface="Plus Jakarta Sans ExtraBold"/>
                <a:sym typeface="Plus Jakarta Sans ExtraBold"/>
              </a:rPr>
              <a:t>Combinando STT y TTS</a:t>
            </a:r>
            <a:endParaRPr sz="4800" dirty="0">
              <a:solidFill>
                <a:srgbClr val="F8F2E8"/>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25414445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11A55D42-4064-F755-64B8-CF7BA30C6A32}"/>
            </a:ext>
          </a:extLst>
        </p:cNvPr>
        <p:cNvGrpSpPr/>
        <p:nvPr/>
      </p:nvGrpSpPr>
      <p:grpSpPr>
        <a:xfrm>
          <a:off x="0" y="0"/>
          <a:ext cx="0" cy="0"/>
          <a:chOff x="0" y="0"/>
          <a:chExt cx="0" cy="0"/>
        </a:xfrm>
      </p:grpSpPr>
      <p:sp>
        <p:nvSpPr>
          <p:cNvPr id="241" name="Google Shape;241;p38">
            <a:extLst>
              <a:ext uri="{FF2B5EF4-FFF2-40B4-BE49-F238E27FC236}">
                <a16:creationId xmlns:a16="http://schemas.microsoft.com/office/drawing/2014/main" id="{08C51A88-161B-6953-717B-FE98C9EBA941}"/>
              </a:ext>
            </a:extLst>
          </p:cNvPr>
          <p:cNvSpPr txBox="1"/>
          <p:nvPr/>
        </p:nvSpPr>
        <p:spPr>
          <a:xfrm>
            <a:off x="739075" y="3273425"/>
            <a:ext cx="7815600" cy="2269500"/>
          </a:xfrm>
          <a:prstGeom prst="rect">
            <a:avLst/>
          </a:prstGeom>
          <a:noFill/>
          <a:ln>
            <a:noFill/>
          </a:ln>
        </p:spPr>
        <p:txBody>
          <a:bodyPr spcFirstLastPara="1" wrap="square" lIns="91425" tIns="91425" rIns="91425" bIns="91425" anchor="t" anchorCtr="0">
            <a:noAutofit/>
          </a:bodyPr>
          <a:lstStyle/>
          <a:p>
            <a:r>
              <a:rPr lang="es-MX" sz="1200" dirty="0"/>
              <a:t>Al unir ambas tecnologías surge este flujo: Voz → Texto (STT) → Procesamiento → Texto → Voz (TTS). Si se incorpora un modelo de lenguaje (LLM) en medio para interpretar y generar la respuesta, el sistema es capaz de mantener una conversación fluida con una persona.</a:t>
            </a:r>
          </a:p>
        </p:txBody>
      </p:sp>
      <p:sp>
        <p:nvSpPr>
          <p:cNvPr id="242" name="Google Shape;242;p38">
            <a:extLst>
              <a:ext uri="{FF2B5EF4-FFF2-40B4-BE49-F238E27FC236}">
                <a16:creationId xmlns:a16="http://schemas.microsoft.com/office/drawing/2014/main" id="{6D492006-5AE3-EE16-DECE-3DED82D8B48B}"/>
              </a:ext>
            </a:extLst>
          </p:cNvPr>
          <p:cNvSpPr txBox="1"/>
          <p:nvPr/>
        </p:nvSpPr>
        <p:spPr>
          <a:xfrm>
            <a:off x="602400" y="659600"/>
            <a:ext cx="7952275"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a:solidFill>
                  <a:srgbClr val="FF632B"/>
                </a:solidFill>
                <a:latin typeface="Plus Jakarta Sans ExtraBold"/>
                <a:ea typeface="Plus Jakarta Sans ExtraBold"/>
                <a:cs typeface="Plus Jakarta Sans ExtraBold"/>
                <a:sym typeface="Plus Jakarta Sans ExtraBold"/>
              </a:rPr>
              <a:t>Creando el flujo conversacional inteligente</a:t>
            </a:r>
            <a:endParaRPr sz="4800" dirty="0">
              <a:solidFill>
                <a:srgbClr val="FF632B"/>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40120028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4">
          <a:extLst>
            <a:ext uri="{FF2B5EF4-FFF2-40B4-BE49-F238E27FC236}">
              <a16:creationId xmlns:a16="http://schemas.microsoft.com/office/drawing/2014/main" id="{32CBB876-82F4-F23D-D20C-149525BD4EE1}"/>
            </a:ext>
          </a:extLst>
        </p:cNvPr>
        <p:cNvGrpSpPr/>
        <p:nvPr/>
      </p:nvGrpSpPr>
      <p:grpSpPr>
        <a:xfrm>
          <a:off x="0" y="0"/>
          <a:ext cx="0" cy="0"/>
          <a:chOff x="0" y="0"/>
          <a:chExt cx="0" cy="0"/>
        </a:xfrm>
      </p:grpSpPr>
      <p:sp>
        <p:nvSpPr>
          <p:cNvPr id="235" name="Google Shape;235;p37">
            <a:extLst>
              <a:ext uri="{FF2B5EF4-FFF2-40B4-BE49-F238E27FC236}">
                <a16:creationId xmlns:a16="http://schemas.microsoft.com/office/drawing/2014/main" id="{8329D786-2749-7948-6855-DF41CE464D88}"/>
              </a:ext>
            </a:extLst>
          </p:cNvPr>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dirty="0">
                <a:solidFill>
                  <a:srgbClr val="FDAB2E"/>
                </a:solidFill>
                <a:latin typeface="Plus Jakarta Sans ExtraBold"/>
                <a:ea typeface="Plus Jakarta Sans ExtraBold"/>
                <a:cs typeface="Plus Jakarta Sans ExtraBold"/>
                <a:sym typeface="Plus Jakarta Sans ExtraBold"/>
              </a:rPr>
              <a:t>07</a:t>
            </a:r>
            <a:endParaRPr sz="13000" dirty="0">
              <a:solidFill>
                <a:srgbClr val="FDAB2E"/>
              </a:solidFill>
              <a:latin typeface="Plus Jakarta Sans ExtraBold"/>
              <a:ea typeface="Plus Jakarta Sans ExtraBold"/>
              <a:cs typeface="Plus Jakarta Sans ExtraBold"/>
              <a:sym typeface="Plus Jakarta Sans ExtraBold"/>
            </a:endParaRPr>
          </a:p>
        </p:txBody>
      </p:sp>
      <p:sp>
        <p:nvSpPr>
          <p:cNvPr id="236" name="Google Shape;236;p37">
            <a:extLst>
              <a:ext uri="{FF2B5EF4-FFF2-40B4-BE49-F238E27FC236}">
                <a16:creationId xmlns:a16="http://schemas.microsoft.com/office/drawing/2014/main" id="{8BFFCE81-98A0-9050-A574-E564BE486B31}"/>
              </a:ext>
            </a:extLst>
          </p:cNvPr>
          <p:cNvSpPr txBox="1"/>
          <p:nvPr/>
        </p:nvSpPr>
        <p:spPr>
          <a:xfrm>
            <a:off x="684850" y="2689376"/>
            <a:ext cx="7487150" cy="840300"/>
          </a:xfrm>
          <a:prstGeom prst="rect">
            <a:avLst/>
          </a:prstGeom>
          <a:noFill/>
          <a:ln>
            <a:noFill/>
          </a:ln>
        </p:spPr>
        <p:txBody>
          <a:bodyPr spcFirstLastPara="1" wrap="square" lIns="91425" tIns="91425" rIns="91425" bIns="91425" anchor="t" anchorCtr="0">
            <a:noAutofit/>
          </a:bodyPr>
          <a:lstStyle/>
          <a:p>
            <a:pPr lvl="0"/>
            <a:r>
              <a:rPr lang="es-MX" sz="4800" dirty="0">
                <a:solidFill>
                  <a:srgbClr val="F8F2E8"/>
                </a:solidFill>
                <a:latin typeface="Plus Jakarta Sans ExtraBold"/>
                <a:ea typeface="Plus Jakarta Sans ExtraBold"/>
                <a:cs typeface="Plus Jakarta Sans ExtraBold"/>
                <a:sym typeface="Plus Jakarta Sans ExtraBold"/>
              </a:rPr>
              <a:t>El Asistente Conversacional Completo</a:t>
            </a:r>
            <a:endParaRPr sz="4800" dirty="0">
              <a:solidFill>
                <a:srgbClr val="F8F2E8"/>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2121414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BEDB49F8-5EC5-22F1-273F-BE2FA3C576BE}"/>
            </a:ext>
          </a:extLst>
        </p:cNvPr>
        <p:cNvGrpSpPr/>
        <p:nvPr/>
      </p:nvGrpSpPr>
      <p:grpSpPr>
        <a:xfrm>
          <a:off x="0" y="0"/>
          <a:ext cx="0" cy="0"/>
          <a:chOff x="0" y="0"/>
          <a:chExt cx="0" cy="0"/>
        </a:xfrm>
      </p:grpSpPr>
      <p:sp>
        <p:nvSpPr>
          <p:cNvPr id="241" name="Google Shape;241;p38">
            <a:extLst>
              <a:ext uri="{FF2B5EF4-FFF2-40B4-BE49-F238E27FC236}">
                <a16:creationId xmlns:a16="http://schemas.microsoft.com/office/drawing/2014/main" id="{AB41EA2E-6A56-754D-B469-F7BA38D62FF2}"/>
              </a:ext>
            </a:extLst>
          </p:cNvPr>
          <p:cNvSpPr txBox="1"/>
          <p:nvPr/>
        </p:nvSpPr>
        <p:spPr>
          <a:xfrm>
            <a:off x="739075" y="2571750"/>
            <a:ext cx="7815600" cy="2269500"/>
          </a:xfrm>
          <a:prstGeom prst="rect">
            <a:avLst/>
          </a:prstGeom>
          <a:noFill/>
          <a:ln>
            <a:noFill/>
          </a:ln>
        </p:spPr>
        <p:txBody>
          <a:bodyPr spcFirstLastPara="1" wrap="square" lIns="91425" tIns="91425" rIns="91425" bIns="91425" anchor="t" anchorCtr="0">
            <a:noAutofit/>
          </a:bodyPr>
          <a:lstStyle/>
          <a:p>
            <a:r>
              <a:rPr lang="es-MX" sz="1200" dirty="0"/>
              <a:t>Aplicaciones como </a:t>
            </a:r>
            <a:r>
              <a:rPr lang="es-MX" sz="1200" dirty="0" err="1"/>
              <a:t>ChatGPT</a:t>
            </a:r>
            <a:r>
              <a:rPr lang="es-MX" sz="1200" dirty="0"/>
              <a:t> por voz ya operan con esta lógica. El audio del usuario pasa por un STT, el LLM procesa esa consulta escrita y elabora una respuesta, que finalmente se reproduce mediante un TTS. Técnicamente, es un modelo de lenguaje rodeado por estos dos componentes de audio.</a:t>
            </a:r>
          </a:p>
        </p:txBody>
      </p:sp>
      <p:sp>
        <p:nvSpPr>
          <p:cNvPr id="242" name="Google Shape;242;p38">
            <a:extLst>
              <a:ext uri="{FF2B5EF4-FFF2-40B4-BE49-F238E27FC236}">
                <a16:creationId xmlns:a16="http://schemas.microsoft.com/office/drawing/2014/main" id="{2D5F5066-985F-BC75-19D4-BFE7A2DCE89B}"/>
              </a:ext>
            </a:extLst>
          </p:cNvPr>
          <p:cNvSpPr txBox="1"/>
          <p:nvPr/>
        </p:nvSpPr>
        <p:spPr>
          <a:xfrm>
            <a:off x="602400" y="659600"/>
            <a:ext cx="7952275"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a:solidFill>
                  <a:srgbClr val="FF632B"/>
                </a:solidFill>
                <a:latin typeface="Plus Jakarta Sans ExtraBold"/>
                <a:ea typeface="Plus Jakarta Sans ExtraBold"/>
                <a:cs typeface="Plus Jakarta Sans ExtraBold"/>
                <a:sym typeface="Plus Jakarta Sans ExtraBold"/>
              </a:rPr>
              <a:t>La arquitectura detrás de la interacción por voz</a:t>
            </a:r>
            <a:endParaRPr sz="4800" dirty="0">
              <a:solidFill>
                <a:srgbClr val="FF632B"/>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11014380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60"/>
          <p:cNvSpPr txBox="1"/>
          <p:nvPr/>
        </p:nvSpPr>
        <p:spPr>
          <a:xfrm>
            <a:off x="666925" y="354461"/>
            <a:ext cx="6254700" cy="244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6000" dirty="0">
                <a:solidFill>
                  <a:srgbClr val="F8F2E8"/>
                </a:solidFill>
                <a:latin typeface="Plus Jakarta Sans ExtraBold"/>
                <a:ea typeface="Plus Jakarta Sans ExtraBold"/>
                <a:cs typeface="Plus Jakarta Sans ExtraBold"/>
                <a:sym typeface="Plus Jakarta Sans ExtraBold"/>
              </a:rPr>
              <a:t>Break,</a:t>
            </a:r>
            <a:endParaRPr sz="6000" dirty="0">
              <a:solidFill>
                <a:srgbClr val="F8F2E8"/>
              </a:solidFill>
              <a:latin typeface="Plus Jakarta Sans ExtraBold"/>
              <a:ea typeface="Plus Jakarta Sans ExtraBold"/>
              <a:cs typeface="Plus Jakarta Sans ExtraBold"/>
              <a:sym typeface="Plus Jakarta Sans ExtraBold"/>
            </a:endParaRPr>
          </a:p>
          <a:p>
            <a:pPr marL="0" lvl="0" indent="0" algn="l" rtl="0">
              <a:spcBef>
                <a:spcPts val="0"/>
              </a:spcBef>
              <a:spcAft>
                <a:spcPts val="0"/>
              </a:spcAft>
              <a:buNone/>
            </a:pPr>
            <a:endParaRPr sz="2800" dirty="0">
              <a:solidFill>
                <a:srgbClr val="F8F2E8"/>
              </a:solidFill>
              <a:latin typeface="Plus Jakarta Sans ExtraBold"/>
              <a:ea typeface="Plus Jakarta Sans ExtraBold"/>
              <a:cs typeface="Plus Jakarta Sans ExtraBold"/>
              <a:sym typeface="Plus Jakarta Sans ExtraBold"/>
            </a:endParaRPr>
          </a:p>
          <a:p>
            <a:pPr marL="0" lvl="0" indent="0" algn="l" rtl="0">
              <a:spcBef>
                <a:spcPts val="0"/>
              </a:spcBef>
              <a:spcAft>
                <a:spcPts val="0"/>
              </a:spcAft>
              <a:buNone/>
            </a:pPr>
            <a:r>
              <a:rPr lang="es" sz="2400" dirty="0">
                <a:solidFill>
                  <a:srgbClr val="F8F2E8"/>
                </a:solidFill>
                <a:latin typeface="Plus Jakarta Sans"/>
                <a:ea typeface="Plus Jakarta Sans"/>
                <a:cs typeface="Plus Jakarta Sans"/>
                <a:sym typeface="Plus Jakarta Sans"/>
              </a:rPr>
              <a:t>andá por un cafecito</a:t>
            </a:r>
            <a:endParaRPr sz="2400" dirty="0">
              <a:solidFill>
                <a:srgbClr val="F8F2E8"/>
              </a:solidFill>
              <a:latin typeface="Plus Jakarta Sans"/>
              <a:ea typeface="Plus Jakarta Sans"/>
              <a:cs typeface="Plus Jakarta Sans"/>
              <a:sym typeface="Plus Jakarta Sans"/>
            </a:endParaRPr>
          </a:p>
          <a:p>
            <a:pPr marL="0" lvl="0" indent="0" algn="l" rtl="0">
              <a:spcBef>
                <a:spcPts val="0"/>
              </a:spcBef>
              <a:spcAft>
                <a:spcPts val="0"/>
              </a:spcAft>
              <a:buNone/>
            </a:pPr>
            <a:r>
              <a:rPr lang="es" sz="2400" dirty="0">
                <a:solidFill>
                  <a:srgbClr val="F8F2E8"/>
                </a:solidFill>
                <a:latin typeface="Plus Jakarta Sans"/>
                <a:ea typeface="Plus Jakarta Sans"/>
                <a:cs typeface="Plus Jakarta Sans"/>
                <a:sym typeface="Plus Jakarta Sans"/>
              </a:rPr>
              <a:t>o mate, ¡y volvemos!</a:t>
            </a:r>
          </a:p>
          <a:p>
            <a:pPr marL="0" lvl="0" indent="0" algn="l" rtl="0">
              <a:spcBef>
                <a:spcPts val="0"/>
              </a:spcBef>
              <a:spcAft>
                <a:spcPts val="0"/>
              </a:spcAft>
              <a:buNone/>
            </a:pPr>
            <a:endParaRPr lang="es" sz="2400" dirty="0">
              <a:solidFill>
                <a:srgbClr val="F8F2E8"/>
              </a:solidFill>
              <a:latin typeface="Plus Jakarta Sans"/>
              <a:ea typeface="Plus Jakarta Sans"/>
              <a:cs typeface="Plus Jakarta Sans"/>
              <a:sym typeface="Plus Jakarta Sans"/>
            </a:endParaRPr>
          </a:p>
          <a:p>
            <a:pPr marL="0" lvl="0" indent="0" algn="l" rtl="0">
              <a:spcBef>
                <a:spcPts val="0"/>
              </a:spcBef>
              <a:spcAft>
                <a:spcPts val="0"/>
              </a:spcAft>
              <a:buNone/>
            </a:pPr>
            <a:r>
              <a:rPr lang="es" sz="2400" dirty="0">
                <a:solidFill>
                  <a:srgbClr val="F8F2E8"/>
                </a:solidFill>
                <a:latin typeface="Plus Jakarta Sans"/>
                <a:ea typeface="Plus Jakarta Sans"/>
                <a:cs typeface="Plus Jakarta Sans"/>
                <a:sym typeface="Plus Jakarta Sans"/>
              </a:rPr>
              <a:t>15 Minutos</a:t>
            </a:r>
          </a:p>
          <a:p>
            <a:pPr marL="0" lvl="0" indent="0" algn="l" rtl="0">
              <a:spcBef>
                <a:spcPts val="0"/>
              </a:spcBef>
              <a:spcAft>
                <a:spcPts val="0"/>
              </a:spcAft>
              <a:buNone/>
            </a:pPr>
            <a:endParaRPr lang="es" sz="2400" dirty="0">
              <a:solidFill>
                <a:srgbClr val="F8F2E8"/>
              </a:solidFill>
              <a:latin typeface="Plus Jakarta Sans"/>
              <a:ea typeface="Plus Jakarta Sans"/>
              <a:cs typeface="Plus Jakarta Sans"/>
              <a:sym typeface="Plus Jakarta Sans"/>
            </a:endParaRPr>
          </a:p>
          <a:p>
            <a:pPr marL="0" lvl="0" indent="0" algn="l" rtl="0">
              <a:spcBef>
                <a:spcPts val="0"/>
              </a:spcBef>
              <a:spcAft>
                <a:spcPts val="0"/>
              </a:spcAft>
              <a:buNone/>
            </a:pPr>
            <a:r>
              <a:rPr lang="es" sz="2400">
                <a:solidFill>
                  <a:schemeClr val="tx1"/>
                </a:solidFill>
                <a:latin typeface="Plus Jakarta Sans"/>
                <a:ea typeface="Plus Jakarta Sans"/>
                <a:cs typeface="Plus Jakarta Sans"/>
                <a:sym typeface="Plus Jakarta Sans"/>
              </a:rPr>
              <a:t>21:40</a:t>
            </a:r>
            <a:endParaRPr lang="es" sz="2400" dirty="0">
              <a:solidFill>
                <a:schemeClr val="tx1"/>
              </a:solidFill>
              <a:latin typeface="Plus Jakarta Sans"/>
              <a:ea typeface="Plus Jakarta Sans"/>
              <a:cs typeface="Plus Jakarta Sans"/>
              <a:sym typeface="Plus Jakarta Sans"/>
            </a:endParaRPr>
          </a:p>
          <a:p>
            <a:pPr marL="0" lvl="0" indent="0" algn="l" rtl="0">
              <a:spcBef>
                <a:spcPts val="0"/>
              </a:spcBef>
              <a:spcAft>
                <a:spcPts val="0"/>
              </a:spcAft>
              <a:buNone/>
            </a:pPr>
            <a:r>
              <a:rPr lang="es" sz="2400" dirty="0">
                <a:solidFill>
                  <a:srgbClr val="F8F2E8"/>
                </a:solidFill>
                <a:latin typeface="Plus Jakarta Sans"/>
                <a:ea typeface="Plus Jakarta Sans"/>
                <a:cs typeface="Plus Jakarta Sans"/>
                <a:sym typeface="Plus Jakarta Sans"/>
              </a:rPr>
              <a:t>UTC -3</a:t>
            </a:r>
            <a:endParaRPr sz="2400" dirty="0">
              <a:solidFill>
                <a:srgbClr val="F8F2E8"/>
              </a:solidFill>
              <a:latin typeface="Plus Jakarta Sans"/>
              <a:ea typeface="Plus Jakarta Sans"/>
              <a:cs typeface="Plus Jakarta Sans"/>
              <a:sym typeface="Plus Jakarta Sans"/>
            </a:endParaRPr>
          </a:p>
        </p:txBody>
      </p:sp>
      <p:pic>
        <p:nvPicPr>
          <p:cNvPr id="467" name="Google Shape;467;p60" title="Vector.png"/>
          <p:cNvPicPr preferRelativeResize="0"/>
          <p:nvPr/>
        </p:nvPicPr>
        <p:blipFill rotWithShape="1">
          <a:blip r:embed="rId3">
            <a:alphaModFix/>
          </a:blip>
          <a:srcRect l="30" r="40"/>
          <a:stretch/>
        </p:blipFill>
        <p:spPr>
          <a:xfrm>
            <a:off x="7520578" y="2347936"/>
            <a:ext cx="524575" cy="4476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4">
          <a:extLst>
            <a:ext uri="{FF2B5EF4-FFF2-40B4-BE49-F238E27FC236}">
              <a16:creationId xmlns:a16="http://schemas.microsoft.com/office/drawing/2014/main" id="{40E4D35E-1C3E-9CB0-8EC8-46D922F5E698}"/>
            </a:ext>
          </a:extLst>
        </p:cNvPr>
        <p:cNvGrpSpPr/>
        <p:nvPr/>
      </p:nvGrpSpPr>
      <p:grpSpPr>
        <a:xfrm>
          <a:off x="0" y="0"/>
          <a:ext cx="0" cy="0"/>
          <a:chOff x="0" y="0"/>
          <a:chExt cx="0" cy="0"/>
        </a:xfrm>
      </p:grpSpPr>
      <p:sp>
        <p:nvSpPr>
          <p:cNvPr id="235" name="Google Shape;235;p37">
            <a:extLst>
              <a:ext uri="{FF2B5EF4-FFF2-40B4-BE49-F238E27FC236}">
                <a16:creationId xmlns:a16="http://schemas.microsoft.com/office/drawing/2014/main" id="{ADB62238-C8C9-9F0A-6D67-45EC0B513443}"/>
              </a:ext>
            </a:extLst>
          </p:cNvPr>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dirty="0">
                <a:solidFill>
                  <a:srgbClr val="FDAB2E"/>
                </a:solidFill>
                <a:latin typeface="Plus Jakarta Sans ExtraBold"/>
                <a:ea typeface="Plus Jakarta Sans ExtraBold"/>
                <a:cs typeface="Plus Jakarta Sans ExtraBold"/>
                <a:sym typeface="Plus Jakarta Sans ExtraBold"/>
              </a:rPr>
              <a:t>08</a:t>
            </a:r>
            <a:endParaRPr sz="13000" dirty="0">
              <a:solidFill>
                <a:srgbClr val="FDAB2E"/>
              </a:solidFill>
              <a:latin typeface="Plus Jakarta Sans ExtraBold"/>
              <a:ea typeface="Plus Jakarta Sans ExtraBold"/>
              <a:cs typeface="Plus Jakarta Sans ExtraBold"/>
              <a:sym typeface="Plus Jakarta Sans ExtraBold"/>
            </a:endParaRPr>
          </a:p>
        </p:txBody>
      </p:sp>
      <p:sp>
        <p:nvSpPr>
          <p:cNvPr id="236" name="Google Shape;236;p37">
            <a:extLst>
              <a:ext uri="{FF2B5EF4-FFF2-40B4-BE49-F238E27FC236}">
                <a16:creationId xmlns:a16="http://schemas.microsoft.com/office/drawing/2014/main" id="{6B3BAAFD-339E-28ED-DFD5-031BC6A7E4C1}"/>
              </a:ext>
            </a:extLst>
          </p:cNvPr>
          <p:cNvSpPr txBox="1"/>
          <p:nvPr/>
        </p:nvSpPr>
        <p:spPr>
          <a:xfrm>
            <a:off x="684850" y="2689376"/>
            <a:ext cx="7487150" cy="840300"/>
          </a:xfrm>
          <a:prstGeom prst="rect">
            <a:avLst/>
          </a:prstGeom>
          <a:noFill/>
          <a:ln>
            <a:noFill/>
          </a:ln>
        </p:spPr>
        <p:txBody>
          <a:bodyPr spcFirstLastPara="1" wrap="square" lIns="91425" tIns="91425" rIns="91425" bIns="91425" anchor="t" anchorCtr="0">
            <a:noAutofit/>
          </a:bodyPr>
          <a:lstStyle/>
          <a:p>
            <a:pPr lvl="0"/>
            <a:r>
              <a:rPr lang="es-MX" sz="4800" dirty="0">
                <a:solidFill>
                  <a:srgbClr val="F8F2E8"/>
                </a:solidFill>
                <a:latin typeface="Plus Jakarta Sans ExtraBold"/>
                <a:ea typeface="Plus Jakarta Sans ExtraBold"/>
                <a:cs typeface="Plus Jakarta Sans ExtraBold"/>
                <a:sym typeface="Plus Jakarta Sans ExtraBold"/>
              </a:rPr>
              <a:t>Resumen del Ejercicio Práctico</a:t>
            </a:r>
            <a:endParaRPr sz="4800" dirty="0">
              <a:solidFill>
                <a:srgbClr val="F8F2E8"/>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10166784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45BD5264-6E79-9DBF-4CAB-305B521A84C4}"/>
            </a:ext>
          </a:extLst>
        </p:cNvPr>
        <p:cNvGrpSpPr/>
        <p:nvPr/>
      </p:nvGrpSpPr>
      <p:grpSpPr>
        <a:xfrm>
          <a:off x="0" y="0"/>
          <a:ext cx="0" cy="0"/>
          <a:chOff x="0" y="0"/>
          <a:chExt cx="0" cy="0"/>
        </a:xfrm>
      </p:grpSpPr>
      <p:sp>
        <p:nvSpPr>
          <p:cNvPr id="241" name="Google Shape;241;p38">
            <a:extLst>
              <a:ext uri="{FF2B5EF4-FFF2-40B4-BE49-F238E27FC236}">
                <a16:creationId xmlns:a16="http://schemas.microsoft.com/office/drawing/2014/main" id="{D744B14A-860A-6F34-F52B-F754E5AEA00B}"/>
              </a:ext>
            </a:extLst>
          </p:cNvPr>
          <p:cNvSpPr txBox="1"/>
          <p:nvPr/>
        </p:nvSpPr>
        <p:spPr>
          <a:xfrm>
            <a:off x="739075" y="2571750"/>
            <a:ext cx="7815600" cy="840300"/>
          </a:xfrm>
          <a:prstGeom prst="rect">
            <a:avLst/>
          </a:prstGeom>
          <a:noFill/>
          <a:ln>
            <a:noFill/>
          </a:ln>
        </p:spPr>
        <p:txBody>
          <a:bodyPr spcFirstLastPara="1" wrap="square" lIns="91425" tIns="91425" rIns="91425" bIns="91425" anchor="t" anchorCtr="0">
            <a:noAutofit/>
          </a:bodyPr>
          <a:lstStyle/>
          <a:p>
            <a:r>
              <a:rPr lang="es-MX" sz="1200" dirty="0"/>
              <a:t>En este ejercicio crearemos un asistente conversacional integrando las tecnologías estudiadas en una plataforma de automatización (como n8n o </a:t>
            </a:r>
            <a:r>
              <a:rPr lang="es-MX" sz="1200" dirty="0" err="1"/>
              <a:t>Make</a:t>
            </a:r>
            <a:r>
              <a:rPr lang="es-MX" sz="1200" dirty="0"/>
              <a:t>). El flujo constará de 4 pasos clave:</a:t>
            </a:r>
          </a:p>
        </p:txBody>
      </p:sp>
      <p:sp>
        <p:nvSpPr>
          <p:cNvPr id="242" name="Google Shape;242;p38">
            <a:extLst>
              <a:ext uri="{FF2B5EF4-FFF2-40B4-BE49-F238E27FC236}">
                <a16:creationId xmlns:a16="http://schemas.microsoft.com/office/drawing/2014/main" id="{68410091-2FEF-C4F7-C850-9DEE6A4B50AF}"/>
              </a:ext>
            </a:extLst>
          </p:cNvPr>
          <p:cNvSpPr txBox="1"/>
          <p:nvPr/>
        </p:nvSpPr>
        <p:spPr>
          <a:xfrm>
            <a:off x="602400" y="659600"/>
            <a:ext cx="7952275"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400" dirty="0">
                <a:solidFill>
                  <a:srgbClr val="FF632B"/>
                </a:solidFill>
                <a:latin typeface="Plus Jakarta Sans ExtraBold"/>
                <a:ea typeface="Plus Jakarta Sans ExtraBold"/>
                <a:cs typeface="Plus Jakarta Sans ExtraBold"/>
                <a:sym typeface="Plus Jakarta Sans ExtraBold"/>
              </a:rPr>
              <a:t>Construcción de un flujo de voz a voz (Voice-</a:t>
            </a:r>
            <a:r>
              <a:rPr lang="es-MX" sz="4400" dirty="0" err="1">
                <a:solidFill>
                  <a:srgbClr val="FF632B"/>
                </a:solidFill>
                <a:latin typeface="Plus Jakarta Sans ExtraBold"/>
                <a:ea typeface="Plus Jakarta Sans ExtraBold"/>
                <a:cs typeface="Plus Jakarta Sans ExtraBold"/>
                <a:sym typeface="Plus Jakarta Sans ExtraBold"/>
              </a:rPr>
              <a:t>to</a:t>
            </a:r>
            <a:r>
              <a:rPr lang="es-MX" sz="4400" dirty="0">
                <a:solidFill>
                  <a:srgbClr val="FF632B"/>
                </a:solidFill>
                <a:latin typeface="Plus Jakarta Sans ExtraBold"/>
                <a:ea typeface="Plus Jakarta Sans ExtraBold"/>
                <a:cs typeface="Plus Jakarta Sans ExtraBold"/>
                <a:sym typeface="Plus Jakarta Sans ExtraBold"/>
              </a:rPr>
              <a:t>-Voice)</a:t>
            </a:r>
            <a:endParaRPr sz="4400" dirty="0">
              <a:solidFill>
                <a:srgbClr val="FF632B"/>
              </a:solidFill>
              <a:latin typeface="Plus Jakarta Sans ExtraBold"/>
              <a:ea typeface="Plus Jakarta Sans ExtraBold"/>
              <a:cs typeface="Plus Jakarta Sans ExtraBold"/>
              <a:sym typeface="Plus Jakarta Sans ExtraBold"/>
            </a:endParaRPr>
          </a:p>
        </p:txBody>
      </p:sp>
      <p:sp>
        <p:nvSpPr>
          <p:cNvPr id="2" name="Google Shape;241;p38">
            <a:extLst>
              <a:ext uri="{FF2B5EF4-FFF2-40B4-BE49-F238E27FC236}">
                <a16:creationId xmlns:a16="http://schemas.microsoft.com/office/drawing/2014/main" id="{4EC1B0E6-853C-3DD8-B494-A0BD025DB3AE}"/>
              </a:ext>
            </a:extLst>
          </p:cNvPr>
          <p:cNvSpPr txBox="1"/>
          <p:nvPr/>
        </p:nvSpPr>
        <p:spPr>
          <a:xfrm>
            <a:off x="739075" y="3249750"/>
            <a:ext cx="7815600" cy="609450"/>
          </a:xfrm>
          <a:prstGeom prst="rect">
            <a:avLst/>
          </a:prstGeom>
          <a:noFill/>
          <a:ln>
            <a:noFill/>
          </a:ln>
        </p:spPr>
        <p:txBody>
          <a:bodyPr spcFirstLastPara="1" wrap="square" lIns="91425" tIns="91425" rIns="91425" bIns="91425" anchor="t" anchorCtr="0">
            <a:noAutofit/>
          </a:bodyPr>
          <a:lstStyle/>
          <a:p>
            <a:pPr marL="171450" indent="-171450">
              <a:buFont typeface="Arial" panose="020B0604020202020204" pitchFamily="34" charset="0"/>
              <a:buChar char="•"/>
            </a:pPr>
            <a:r>
              <a:rPr lang="es-MX" sz="1200" dirty="0"/>
              <a:t>Recepción: Captura de una nota de voz del usuario.</a:t>
            </a:r>
          </a:p>
          <a:p>
            <a:pPr marL="171450" indent="-171450">
              <a:buFont typeface="Arial" panose="020B0604020202020204" pitchFamily="34" charset="0"/>
              <a:buChar char="•"/>
            </a:pPr>
            <a:r>
              <a:rPr lang="es-MX" sz="1200" dirty="0"/>
              <a:t>STT: Transcripción del audio a texto utilizando un modelo como Whisper.</a:t>
            </a:r>
          </a:p>
          <a:p>
            <a:pPr marL="171450" indent="-171450">
              <a:buFont typeface="Arial" panose="020B0604020202020204" pitchFamily="34" charset="0"/>
              <a:buChar char="•"/>
            </a:pPr>
            <a:r>
              <a:rPr lang="es-MX" sz="1200" dirty="0"/>
              <a:t>Procesamiento IA: Envío del texto a un Modelo de Lenguaje (LLM) para interpretar la consulta y generar una respuesta adecuada.</a:t>
            </a:r>
          </a:p>
          <a:p>
            <a:pPr marL="171450" indent="-171450">
              <a:buFont typeface="Arial" panose="020B0604020202020204" pitchFamily="34" charset="0"/>
              <a:buChar char="•"/>
            </a:pPr>
            <a:r>
              <a:rPr lang="es-MX" sz="1200" dirty="0"/>
              <a:t>TTS y Envío: Conversión de la respuesta escrita nuevamente a voz utilizando una herramienta como </a:t>
            </a:r>
            <a:r>
              <a:rPr lang="es-MX" sz="1200" dirty="0" err="1"/>
              <a:t>ElevenLabs</a:t>
            </a:r>
            <a:r>
              <a:rPr lang="es-MX" sz="1200" dirty="0"/>
              <a:t> y devolución del audio final al usuario.</a:t>
            </a:r>
          </a:p>
        </p:txBody>
      </p:sp>
    </p:spTree>
    <p:extLst>
      <p:ext uri="{BB962C8B-B14F-4D97-AF65-F5344CB8AC3E}">
        <p14:creationId xmlns:p14="http://schemas.microsoft.com/office/powerpoint/2010/main" val="35047163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72" name="Google Shape;472;p61"/>
          <p:cNvSpPr txBox="1"/>
          <p:nvPr/>
        </p:nvSpPr>
        <p:spPr>
          <a:xfrm>
            <a:off x="652525" y="1336525"/>
            <a:ext cx="3873300" cy="171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4800" dirty="0">
                <a:solidFill>
                  <a:srgbClr val="260700"/>
                </a:solidFill>
                <a:latin typeface="Plus Jakarta Sans ExtraBold"/>
                <a:ea typeface="Plus Jakarta Sans ExtraBold"/>
                <a:cs typeface="Plus Jakarta Sans ExtraBold"/>
                <a:sym typeface="Plus Jakarta Sans ExtraBold"/>
              </a:rPr>
              <a:t>¡Esta clase va a ser     grabada!	</a:t>
            </a:r>
            <a:endParaRPr sz="4800" dirty="0">
              <a:solidFill>
                <a:srgbClr val="260700"/>
              </a:solidFill>
              <a:latin typeface="Plus Jakarta Sans ExtraBold"/>
              <a:ea typeface="Plus Jakarta Sans ExtraBold"/>
              <a:cs typeface="Plus Jakarta Sans ExtraBold"/>
              <a:sym typeface="Plus Jakarta Sans ExtraBold"/>
            </a:endParaRPr>
          </a:p>
        </p:txBody>
      </p:sp>
      <p:sp>
        <p:nvSpPr>
          <p:cNvPr id="473" name="Google Shape;473;p61"/>
          <p:cNvSpPr/>
          <p:nvPr/>
        </p:nvSpPr>
        <p:spPr>
          <a:xfrm>
            <a:off x="4003875" y="1483250"/>
            <a:ext cx="228300" cy="228300"/>
          </a:xfrm>
          <a:prstGeom prst="ellipse">
            <a:avLst/>
          </a:prstGeom>
          <a:solidFill>
            <a:srgbClr val="FDAB2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sp>
        <p:nvSpPr>
          <p:cNvPr id="478" name="Google Shape;478;p62"/>
          <p:cNvSpPr txBox="1"/>
          <p:nvPr/>
        </p:nvSpPr>
        <p:spPr>
          <a:xfrm>
            <a:off x="571500" y="2392650"/>
            <a:ext cx="6977400" cy="1500000"/>
          </a:xfrm>
          <a:prstGeom prst="rect">
            <a:avLst/>
          </a:prstGeom>
          <a:noFill/>
          <a:ln>
            <a:noFill/>
          </a:ln>
        </p:spPr>
        <p:txBody>
          <a:bodyPr spcFirstLastPara="1" wrap="square" lIns="91425" tIns="91425" rIns="91425" bIns="91425" anchor="t" anchorCtr="0">
            <a:noAutofit/>
          </a:bodyPr>
          <a:lstStyle/>
          <a:p>
            <a:pPr marL="0" lvl="0" indent="0" algn="l" rtl="0">
              <a:lnSpc>
                <a:spcPct val="80000"/>
              </a:lnSpc>
              <a:spcBef>
                <a:spcPts val="0"/>
              </a:spcBef>
              <a:spcAft>
                <a:spcPts val="0"/>
              </a:spcAft>
              <a:buNone/>
            </a:pPr>
            <a:r>
              <a:rPr lang="es" sz="4900">
                <a:solidFill>
                  <a:srgbClr val="F8F2E8"/>
                </a:solidFill>
                <a:latin typeface="Plus Jakarta Sans ExtraBold"/>
                <a:ea typeface="Plus Jakarta Sans ExtraBold"/>
                <a:cs typeface="Plus Jakarta Sans ExtraBold"/>
                <a:sym typeface="Plus Jakarta Sans ExtraBold"/>
              </a:rPr>
              <a:t>¡Gracias por </a:t>
            </a:r>
            <a:r>
              <a:rPr lang="es" sz="4900">
                <a:solidFill>
                  <a:srgbClr val="FDAB2E"/>
                </a:solidFill>
                <a:latin typeface="Plus Jakarta Sans ExtraBold"/>
                <a:ea typeface="Plus Jakarta Sans ExtraBold"/>
                <a:cs typeface="Plus Jakarta Sans ExtraBold"/>
                <a:sym typeface="Plus Jakarta Sans ExtraBold"/>
              </a:rPr>
              <a:t>estudiar </a:t>
            </a:r>
            <a:r>
              <a:rPr lang="es" sz="4900">
                <a:solidFill>
                  <a:srgbClr val="F8F2E8"/>
                </a:solidFill>
                <a:latin typeface="Plus Jakarta Sans ExtraBold"/>
                <a:ea typeface="Plus Jakarta Sans ExtraBold"/>
                <a:cs typeface="Plus Jakarta Sans ExtraBold"/>
                <a:sym typeface="Plus Jakarta Sans ExtraBold"/>
              </a:rPr>
              <a:t>con nosotros!</a:t>
            </a:r>
            <a:endParaRPr sz="4900">
              <a:solidFill>
                <a:srgbClr val="F8F2E8"/>
              </a:solidFill>
              <a:latin typeface="Plus Jakarta Sans ExtraBold"/>
              <a:ea typeface="Plus Jakarta Sans ExtraBold"/>
              <a:cs typeface="Plus Jakarta Sans ExtraBold"/>
              <a:sym typeface="Plus Jakarta Sans ExtraBold"/>
            </a:endParaRPr>
          </a:p>
        </p:txBody>
      </p:sp>
      <p:sp>
        <p:nvSpPr>
          <p:cNvPr id="479" name="Google Shape;479;p62"/>
          <p:cNvSpPr txBox="1"/>
          <p:nvPr/>
        </p:nvSpPr>
        <p:spPr>
          <a:xfrm>
            <a:off x="571500" y="3792150"/>
            <a:ext cx="8001000" cy="906300"/>
          </a:xfrm>
          <a:prstGeom prst="rect">
            <a:avLst/>
          </a:prstGeom>
          <a:noFill/>
          <a:ln>
            <a:noFill/>
          </a:ln>
        </p:spPr>
        <p:txBody>
          <a:bodyPr spcFirstLastPara="1" wrap="square" lIns="0" tIns="0" rIns="0" bIns="0" anchor="b" anchorCtr="0">
            <a:noAutofit/>
          </a:bodyPr>
          <a:lstStyle/>
          <a:p>
            <a:pPr marL="0" lvl="0" indent="0" algn="just" rtl="0">
              <a:spcBef>
                <a:spcPts val="0"/>
              </a:spcBef>
              <a:spcAft>
                <a:spcPts val="0"/>
              </a:spcAft>
              <a:buNone/>
            </a:pPr>
            <a:r>
              <a:rPr lang="es" sz="600">
                <a:solidFill>
                  <a:srgbClr val="F8F2E8"/>
                </a:solidFill>
                <a:latin typeface="Plus Jakarta Sans"/>
                <a:ea typeface="Plus Jakarta Sans"/>
                <a:cs typeface="Plus Jakarta Sans"/>
                <a:sym typeface="Plus Jakarta Sans"/>
              </a:rPr>
              <a:t>We have provided this presentation to you for informational and illustrative purposes on a confidential basis. We reserve the right to use of non-disclosure agreements (NDAs) to protect our privacy and intellectual property rights. The information contained in this document is highly sensitive, confidential and/or proprietary and is intended for the express use of the intended recipient, as denoted on the title page of this document. The recipient of this presentation agrees by its receipt not to reproduce, duplicate, or reveal, in whole or in part, information presented herein without written permission of Coderhouse. No representation or warranty, expressed or implied, is made as to the accuracy or completeness of the information contained in this presentation. Any quote contained herein is for estimation purposes. Estimates are based on current, known requirements. Actual estimates may change once project elements are finalized or negotiated. This document may contain confidential pricing information. All pricing is subject to change. </a:t>
            </a:r>
            <a:endParaRPr sz="600">
              <a:solidFill>
                <a:srgbClr val="F8F2E8"/>
              </a:solidFill>
              <a:latin typeface="Plus Jakarta Sans"/>
              <a:ea typeface="Plus Jakarta Sans"/>
              <a:cs typeface="Plus Jakarta Sans"/>
              <a:sym typeface="Plus Jakarta Sans"/>
            </a:endParaRPr>
          </a:p>
          <a:p>
            <a:pPr marL="0" lvl="0" indent="0" algn="just" rtl="0">
              <a:spcBef>
                <a:spcPts val="0"/>
              </a:spcBef>
              <a:spcAft>
                <a:spcPts val="0"/>
              </a:spcAft>
              <a:buNone/>
            </a:pPr>
            <a:endParaRPr sz="600">
              <a:solidFill>
                <a:srgbClr val="F8F2E8"/>
              </a:solidFill>
              <a:latin typeface="Plus Jakarta Sans"/>
              <a:ea typeface="Plus Jakarta Sans"/>
              <a:cs typeface="Plus Jakarta Sans"/>
              <a:sym typeface="Plus Jakarta Sans"/>
            </a:endParaRPr>
          </a:p>
          <a:p>
            <a:pPr marL="0" lvl="0" indent="0" algn="just" rtl="0">
              <a:spcBef>
                <a:spcPts val="0"/>
              </a:spcBef>
              <a:spcAft>
                <a:spcPts val="0"/>
              </a:spcAft>
              <a:buNone/>
            </a:pPr>
            <a:r>
              <a:rPr lang="es" sz="600">
                <a:solidFill>
                  <a:srgbClr val="F8F2E8"/>
                </a:solidFill>
                <a:latin typeface="Plus Jakarta Sans"/>
                <a:ea typeface="Plus Jakarta Sans"/>
                <a:cs typeface="Plus Jakarta Sans"/>
                <a:sym typeface="Plus Jakarta Sans"/>
              </a:rPr>
              <a:t>Copyright © 2026 Coderhouse. All rights reserved. Coderhouse and the Coderhouse logo are trademarks or registered trademarks of Coderhouse. in the U.S. and/or other countries. All other trademarks are the property of their respective owners.</a:t>
            </a:r>
            <a:endParaRPr sz="600">
              <a:solidFill>
                <a:srgbClr val="F8F2E8"/>
              </a:solidFill>
              <a:latin typeface="Plus Jakarta Sans"/>
              <a:ea typeface="Plus Jakarta Sans"/>
              <a:cs typeface="Plus Jakarta Sans"/>
              <a:sym typeface="Plus Jakarta Sans"/>
            </a:endParaRPr>
          </a:p>
        </p:txBody>
      </p:sp>
      <p:pic>
        <p:nvPicPr>
          <p:cNvPr id="480" name="Google Shape;480;p62" title="Group 1321317428.png"/>
          <p:cNvPicPr preferRelativeResize="0"/>
          <p:nvPr/>
        </p:nvPicPr>
        <p:blipFill>
          <a:blip r:embed="rId3">
            <a:alphaModFix/>
          </a:blip>
          <a:stretch>
            <a:fillRect/>
          </a:stretch>
        </p:blipFill>
        <p:spPr>
          <a:xfrm>
            <a:off x="7711325" y="609525"/>
            <a:ext cx="861174" cy="85774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p63"/>
          <p:cNvSpPr txBox="1"/>
          <p:nvPr/>
        </p:nvSpPr>
        <p:spPr>
          <a:xfrm>
            <a:off x="571500" y="2175175"/>
            <a:ext cx="6462900" cy="1500000"/>
          </a:xfrm>
          <a:prstGeom prst="rect">
            <a:avLst/>
          </a:prstGeom>
          <a:noFill/>
          <a:ln>
            <a:noFill/>
          </a:ln>
        </p:spPr>
        <p:txBody>
          <a:bodyPr spcFirstLastPara="1" wrap="square" lIns="91425" tIns="91425" rIns="91425" bIns="91425" anchor="t" anchorCtr="0">
            <a:noAutofit/>
          </a:bodyPr>
          <a:lstStyle/>
          <a:p>
            <a:pPr marL="0" lvl="0" indent="0" algn="l" rtl="0">
              <a:lnSpc>
                <a:spcPct val="70000"/>
              </a:lnSpc>
              <a:spcBef>
                <a:spcPts val="0"/>
              </a:spcBef>
              <a:spcAft>
                <a:spcPts val="0"/>
              </a:spcAft>
              <a:buNone/>
            </a:pPr>
            <a:r>
              <a:rPr lang="es" sz="6100">
                <a:solidFill>
                  <a:srgbClr val="260700"/>
                </a:solidFill>
                <a:latin typeface="Plus Jakarta Sans ExtraBold"/>
                <a:ea typeface="Plus Jakarta Sans ExtraBold"/>
                <a:cs typeface="Plus Jakarta Sans ExtraBold"/>
                <a:sym typeface="Plus Jakarta Sans ExtraBold"/>
              </a:rPr>
              <a:t>¡Muchas</a:t>
            </a:r>
            <a:endParaRPr sz="6100">
              <a:solidFill>
                <a:srgbClr val="260700"/>
              </a:solidFill>
              <a:latin typeface="Plus Jakarta Sans ExtraBold"/>
              <a:ea typeface="Plus Jakarta Sans ExtraBold"/>
              <a:cs typeface="Plus Jakarta Sans ExtraBold"/>
              <a:sym typeface="Plus Jakarta Sans ExtraBold"/>
            </a:endParaRPr>
          </a:p>
          <a:p>
            <a:pPr marL="0" lvl="0" indent="0" algn="l" rtl="0">
              <a:lnSpc>
                <a:spcPct val="70000"/>
              </a:lnSpc>
              <a:spcBef>
                <a:spcPts val="0"/>
              </a:spcBef>
              <a:spcAft>
                <a:spcPts val="0"/>
              </a:spcAft>
              <a:buNone/>
            </a:pPr>
            <a:r>
              <a:rPr lang="es" sz="6100">
                <a:solidFill>
                  <a:srgbClr val="260700"/>
                </a:solidFill>
                <a:latin typeface="Plus Jakarta Sans ExtraBold"/>
                <a:ea typeface="Plus Jakarta Sans ExtraBold"/>
                <a:cs typeface="Plus Jakarta Sans ExtraBold"/>
                <a:sym typeface="Plus Jakarta Sans ExtraBold"/>
              </a:rPr>
              <a:t>gracias!</a:t>
            </a:r>
            <a:endParaRPr sz="6100">
              <a:solidFill>
                <a:srgbClr val="260700"/>
              </a:solidFill>
              <a:latin typeface="Plus Jakarta Sans ExtraBold"/>
              <a:ea typeface="Plus Jakarta Sans ExtraBold"/>
              <a:cs typeface="Plus Jakarta Sans ExtraBold"/>
              <a:sym typeface="Plus Jakarta Sans ExtraBold"/>
            </a:endParaRPr>
          </a:p>
        </p:txBody>
      </p:sp>
      <p:sp>
        <p:nvSpPr>
          <p:cNvPr id="486" name="Google Shape;486;p63"/>
          <p:cNvSpPr txBox="1"/>
          <p:nvPr/>
        </p:nvSpPr>
        <p:spPr>
          <a:xfrm>
            <a:off x="571500" y="3792150"/>
            <a:ext cx="8001000" cy="906300"/>
          </a:xfrm>
          <a:prstGeom prst="rect">
            <a:avLst/>
          </a:prstGeom>
          <a:noFill/>
          <a:ln>
            <a:noFill/>
          </a:ln>
        </p:spPr>
        <p:txBody>
          <a:bodyPr spcFirstLastPara="1" wrap="square" lIns="0" tIns="0" rIns="0" bIns="0" anchor="b" anchorCtr="0">
            <a:noAutofit/>
          </a:bodyPr>
          <a:lstStyle/>
          <a:p>
            <a:pPr marL="0" lvl="0" indent="0" algn="just" rtl="0">
              <a:spcBef>
                <a:spcPts val="0"/>
              </a:spcBef>
              <a:spcAft>
                <a:spcPts val="0"/>
              </a:spcAft>
              <a:buNone/>
            </a:pPr>
            <a:r>
              <a:rPr lang="es" sz="600">
                <a:solidFill>
                  <a:srgbClr val="260700"/>
                </a:solidFill>
                <a:latin typeface="Plus Jakarta Sans"/>
                <a:ea typeface="Plus Jakarta Sans"/>
                <a:cs typeface="Plus Jakarta Sans"/>
                <a:sym typeface="Plus Jakarta Sans"/>
              </a:rPr>
              <a:t>We have provided this presentation to you for informational and illustrative purposes on a confidential basis. We reserve the right to use of non-disclosure agreements (NDAs) to protect our privacy and intellectual property rights. The information contained in this document is highly sensitive, confidential and/or proprietary and is intended for the express use of the intended recipient, as denoted on the title page of this document. The recipient of this presentation agrees by its receipt not to reproduce, duplicate, or reveal, in whole or in part, information presented herein without written permission of Coderhouse. No representation or warranty, expressed or implied, is made as to the accuracy or completeness of the information contained in this presentation. Any quote contained herein is for estimation purposes. Estimates are based on current, known requirements. Actual estimates may change once project elements are finalized or negotiated. This document may contain confidential pricing information. All pricing is subject to change. </a:t>
            </a:r>
            <a:endParaRPr sz="600">
              <a:solidFill>
                <a:srgbClr val="260700"/>
              </a:solidFill>
              <a:latin typeface="Plus Jakarta Sans"/>
              <a:ea typeface="Plus Jakarta Sans"/>
              <a:cs typeface="Plus Jakarta Sans"/>
              <a:sym typeface="Plus Jakarta Sans"/>
            </a:endParaRPr>
          </a:p>
          <a:p>
            <a:pPr marL="0" lvl="0" indent="0" algn="just" rtl="0">
              <a:spcBef>
                <a:spcPts val="0"/>
              </a:spcBef>
              <a:spcAft>
                <a:spcPts val="0"/>
              </a:spcAft>
              <a:buNone/>
            </a:pPr>
            <a:endParaRPr sz="600">
              <a:solidFill>
                <a:srgbClr val="260700"/>
              </a:solidFill>
              <a:latin typeface="Plus Jakarta Sans"/>
              <a:ea typeface="Plus Jakarta Sans"/>
              <a:cs typeface="Plus Jakarta Sans"/>
              <a:sym typeface="Plus Jakarta Sans"/>
            </a:endParaRPr>
          </a:p>
          <a:p>
            <a:pPr marL="0" lvl="0" indent="0" algn="just" rtl="0">
              <a:spcBef>
                <a:spcPts val="0"/>
              </a:spcBef>
              <a:spcAft>
                <a:spcPts val="0"/>
              </a:spcAft>
              <a:buNone/>
            </a:pPr>
            <a:r>
              <a:rPr lang="es" sz="600">
                <a:solidFill>
                  <a:srgbClr val="260700"/>
                </a:solidFill>
                <a:latin typeface="Plus Jakarta Sans"/>
                <a:ea typeface="Plus Jakarta Sans"/>
                <a:cs typeface="Plus Jakarta Sans"/>
                <a:sym typeface="Plus Jakarta Sans"/>
              </a:rPr>
              <a:t>Copyright © 2026 Coderhouse. All rights reserved. Coderhouse and the Coderhouse logo are trademarks or registered trademarks of Coderhouse. in the U.S. and/or other countries. All other trademarks are the property of their respective owners.</a:t>
            </a:r>
            <a:endParaRPr sz="600">
              <a:solidFill>
                <a:srgbClr val="260700"/>
              </a:solidFill>
              <a:latin typeface="Plus Jakarta Sans"/>
              <a:ea typeface="Plus Jakarta Sans"/>
              <a:cs typeface="Plus Jakarta Sans"/>
              <a:sym typeface="Plus Jakarta Sans"/>
            </a:endParaRPr>
          </a:p>
        </p:txBody>
      </p:sp>
      <p:pic>
        <p:nvPicPr>
          <p:cNvPr id="487" name="Google Shape;487;p63" title="Group 1321320857.png"/>
          <p:cNvPicPr preferRelativeResize="0"/>
          <p:nvPr/>
        </p:nvPicPr>
        <p:blipFill>
          <a:blip r:embed="rId3">
            <a:alphaModFix/>
          </a:blip>
          <a:stretch>
            <a:fillRect/>
          </a:stretch>
        </p:blipFill>
        <p:spPr>
          <a:xfrm>
            <a:off x="7259075" y="488075"/>
            <a:ext cx="1221826" cy="3568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331</TotalTime>
  <Words>1047</Words>
  <Application>Microsoft Office PowerPoint</Application>
  <PresentationFormat>On-screen Show (16:9)</PresentationFormat>
  <Paragraphs>56</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Plus Jakarta Sans ExtraBold</vt:lpstr>
      <vt:lpstr>Arial</vt:lpstr>
      <vt:lpstr>Plus Jakarta Sans</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Leandro Araque</cp:lastModifiedBy>
  <cp:revision>5</cp:revision>
  <dcterms:modified xsi:type="dcterms:W3CDTF">2026-05-05T19:06:31Z</dcterms:modified>
</cp:coreProperties>
</file>